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  <p:sldMasterId id="2147483658" r:id="rId3"/>
  </p:sldMasterIdLst>
  <p:notesMasterIdLst>
    <p:notesMasterId r:id="rId13"/>
  </p:notesMasterIdLst>
  <p:handoutMasterIdLst>
    <p:handoutMasterId r:id="rId27"/>
  </p:handoutMasterIdLst>
  <p:sldIdLst>
    <p:sldId id="256" r:id="rId4"/>
    <p:sldId id="257" r:id="rId5"/>
    <p:sldId id="11089288" r:id="rId6"/>
    <p:sldId id="11089289" r:id="rId7"/>
    <p:sldId id="11089591" r:id="rId8"/>
    <p:sldId id="11089607" r:id="rId9"/>
    <p:sldId id="11089592" r:id="rId10"/>
    <p:sldId id="11089646" r:id="rId11"/>
    <p:sldId id="11089609" r:id="rId12"/>
    <p:sldId id="11089649" r:id="rId14"/>
    <p:sldId id="11089650" r:id="rId15"/>
    <p:sldId id="11089652" r:id="rId16"/>
    <p:sldId id="11089654" r:id="rId17"/>
    <p:sldId id="11089648" r:id="rId18"/>
    <p:sldId id="11089647" r:id="rId19"/>
    <p:sldId id="11089651" r:id="rId20"/>
    <p:sldId id="11089657" r:id="rId21"/>
    <p:sldId id="11089638" r:id="rId22"/>
    <p:sldId id="11089639" r:id="rId23"/>
    <p:sldId id="11089659" r:id="rId24"/>
    <p:sldId id="11089661" r:id="rId25"/>
    <p:sldId id="277" r:id="rId26"/>
  </p:sldIdLst>
  <p:sldSz cx="12192000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021358F-3417-47F2-813D-352EB9281199}">
          <p14:sldIdLst>
            <p14:sldId id="256"/>
            <p14:sldId id="257"/>
            <p14:sldId id="11089288"/>
            <p14:sldId id="11089289"/>
            <p14:sldId id="11089591"/>
            <p14:sldId id="11089607"/>
            <p14:sldId id="11089592"/>
            <p14:sldId id="11089646"/>
            <p14:sldId id="11089609"/>
            <p14:sldId id="11089649"/>
            <p14:sldId id="11089650"/>
            <p14:sldId id="11089652"/>
            <p14:sldId id="11089654"/>
            <p14:sldId id="11089648"/>
            <p14:sldId id="11089647"/>
            <p14:sldId id="11089651"/>
            <p14:sldId id="11089657"/>
            <p14:sldId id="11089638"/>
            <p14:sldId id="11089639"/>
            <p14:sldId id="11089659"/>
            <p14:sldId id="11089661"/>
            <p14:sldId id="277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rlotte" initials="MOU" lastIdx="2" clrIdx="0"/>
  <p:cmAuthor id="2" name="作者" initials="A" lastIdx="0" clrIdx="1"/>
  <p:cmAuthor id="3" name="31998" initials="3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2462"/>
    <a:srgbClr val="D8F5FF"/>
    <a:srgbClr val="282562"/>
    <a:srgbClr val="2F2A7A"/>
    <a:srgbClr val="C8232B"/>
    <a:srgbClr val="A5A5A5"/>
    <a:srgbClr val="D3323E"/>
    <a:srgbClr val="C8242B"/>
    <a:srgbClr val="445460"/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30" autoAdjust="0"/>
    <p:restoredTop sz="95843"/>
  </p:normalViewPr>
  <p:slideViewPr>
    <p:cSldViewPr snapToGrid="0">
      <p:cViewPr varScale="1">
        <p:scale>
          <a:sx n="109" d="100"/>
          <a:sy n="109" d="100"/>
        </p:scale>
        <p:origin x="354" y="102"/>
      </p:cViewPr>
      <p:guideLst/>
    </p:cSldViewPr>
  </p:slideViewPr>
  <p:outlineViewPr>
    <p:cViewPr>
      <p:scale>
        <a:sx n="33" d="100"/>
        <a:sy n="33" d="100"/>
      </p:scale>
      <p:origin x="0" y="-28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60" d="100"/>
        <a:sy n="160" d="100"/>
      </p:scale>
      <p:origin x="0" y="-33272"/>
    </p:cViewPr>
  </p:sorterViewPr>
  <p:notesViewPr>
    <p:cSldViewPr snapToGrid="0">
      <p:cViewPr varScale="1">
        <p:scale>
          <a:sx n="96" d="100"/>
          <a:sy n="96" d="100"/>
        </p:scale>
        <p:origin x="368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2" Type="http://schemas.openxmlformats.org/officeDocument/2006/relationships/tags" Target="tags/tag16.xml"/><Relationship Id="rId31" Type="http://schemas.openxmlformats.org/officeDocument/2006/relationships/commentAuthors" Target="commentAuthors.xml"/><Relationship Id="rId30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D60FD-8CD8-4216-8166-DA89ACBA2D9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7F187A-B5A6-493D-9D78-7192619CCC7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C79168-F18F-4F91-A718-A334366D50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AACD09-F60C-47BC-A5E3-C4B1A6662E2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SM</a:t>
            </a:r>
            <a:r>
              <a:rPr lang="zh-CN" altLang="en-US"/>
              <a:t>是</a:t>
            </a:r>
            <a:r>
              <a:rPr lang="en-US" altLang="zh-CN"/>
              <a:t> start material </a:t>
            </a:r>
            <a:r>
              <a:rPr lang="zh-CN" altLang="en-US"/>
              <a:t>原料；</a:t>
            </a:r>
            <a:r>
              <a:rPr lang="en-US" altLang="zh-CN"/>
              <a:t>DP</a:t>
            </a:r>
            <a:r>
              <a:rPr lang="zh-CN" altLang="en-US"/>
              <a:t>是</a:t>
            </a:r>
            <a:r>
              <a:rPr lang="en-US" altLang="zh-CN"/>
              <a:t> desired product </a:t>
            </a:r>
            <a:r>
              <a:rPr lang="zh-CN" altLang="en-US"/>
              <a:t>产物</a:t>
            </a:r>
            <a:r>
              <a:rPr lang="en-US" altLang="zh-CN"/>
              <a:t>; BP</a:t>
            </a:r>
            <a:r>
              <a:rPr lang="zh-CN" altLang="en-US"/>
              <a:t>是</a:t>
            </a:r>
            <a:r>
              <a:rPr lang="en-US" altLang="zh-CN"/>
              <a:t> by product </a:t>
            </a:r>
            <a:r>
              <a:rPr lang="zh-CN" altLang="en-US"/>
              <a:t>副产物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CBAACD09-F60C-47BC-A5E3-C4B1A6662E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CBAACD09-F60C-47BC-A5E3-C4B1A6662E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image" Target="../media/image8.png"/><Relationship Id="rId4" Type="http://schemas.openxmlformats.org/officeDocument/2006/relationships/image" Target="../media/image9.png"/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11.png"/><Relationship Id="rId3" Type="http://schemas.openxmlformats.org/officeDocument/2006/relationships/image" Target="../media/image5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image" Target="../media/image8.png"/><Relationship Id="rId4" Type="http://schemas.openxmlformats.org/officeDocument/2006/relationships/image" Target="../media/image9.png"/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11.png"/><Relationship Id="rId3" Type="http://schemas.openxmlformats.org/officeDocument/2006/relationships/image" Target="../media/image5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798"/>
          <a:stretch>
            <a:fillRect/>
          </a:stretch>
        </p:blipFill>
        <p:spPr>
          <a:xfrm>
            <a:off x="3595914" y="2450737"/>
            <a:ext cx="4521200" cy="131572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康龙临床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5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 userDrawn="1"/>
        </p:nvGrpSpPr>
        <p:grpSpPr>
          <a:xfrm flipV="1">
            <a:off x="1" y="3547537"/>
            <a:ext cx="12181538" cy="3319121"/>
            <a:chOff x="-5" y="3288745"/>
            <a:chExt cx="12199444" cy="758959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-5" y="3288747"/>
              <a:ext cx="6051554" cy="758957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51549" y="3288745"/>
              <a:ext cx="6147890" cy="758957"/>
            </a:xfrm>
            <a:prstGeom prst="rect">
              <a:avLst/>
            </a:prstGeom>
          </p:spPr>
        </p:pic>
      </p:grpSp>
      <p:sp>
        <p:nvSpPr>
          <p:cNvPr id="20" name="矩形 19"/>
          <p:cNvSpPr/>
          <p:nvPr userDrawn="1"/>
        </p:nvSpPr>
        <p:spPr>
          <a:xfrm>
            <a:off x="109920" y="4737013"/>
            <a:ext cx="5006656" cy="2133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945"/>
              </a:lnSpc>
              <a:defRPr/>
            </a:pPr>
            <a:r>
              <a:rPr lang="en-US" altLang="zh-CN" sz="1600" dirty="0">
                <a:solidFill>
                  <a:srgbClr val="2825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 panose="020B0600000101010101" pitchFamily="34" charset="-127"/>
                <a:ea typeface="Gulim" panose="020B0600000101010101" pitchFamily="34" charset="-127"/>
                <a:cs typeface="Arial" panose="020B0604020202090204" pitchFamily="34" charset="0"/>
              </a:rPr>
              <a:t>An integrated global clinical service platform</a:t>
            </a:r>
            <a:endParaRPr lang="en-US" altLang="zh-CN" sz="1600" dirty="0">
              <a:solidFill>
                <a:srgbClr val="28256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 panose="020B0600000101010101" pitchFamily="34" charset="-127"/>
              <a:ea typeface="Gulim" panose="020B0600000101010101" pitchFamily="34" charset="-127"/>
              <a:cs typeface="Arial" panose="020B0604020202090204" pitchFamily="34" charset="0"/>
            </a:endParaRPr>
          </a:p>
        </p:txBody>
      </p:sp>
      <p:grpSp>
        <p:nvGrpSpPr>
          <p:cNvPr id="21" name="组合 20"/>
          <p:cNvGrpSpPr/>
          <p:nvPr userDrawn="1"/>
        </p:nvGrpSpPr>
        <p:grpSpPr>
          <a:xfrm>
            <a:off x="0" y="3547537"/>
            <a:ext cx="12192002" cy="980589"/>
            <a:chOff x="7178" y="3507659"/>
            <a:chExt cx="12192001" cy="980589"/>
          </a:xfrm>
        </p:grpSpPr>
        <p:sp>
          <p:nvSpPr>
            <p:cNvPr id="22" name="矩形 21"/>
            <p:cNvSpPr/>
            <p:nvPr/>
          </p:nvSpPr>
          <p:spPr>
            <a:xfrm>
              <a:off x="3061397" y="3507659"/>
              <a:ext cx="9137780" cy="639014"/>
            </a:xfrm>
            <a:prstGeom prst="rect">
              <a:avLst/>
            </a:prstGeom>
            <a:solidFill>
              <a:srgbClr val="C8242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3060044" y="4146673"/>
              <a:ext cx="9139135" cy="341575"/>
            </a:xfrm>
            <a:prstGeom prst="rect">
              <a:avLst/>
            </a:prstGeom>
            <a:solidFill>
              <a:srgbClr val="2825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282562"/>
                </a:solidFill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7179" y="3810000"/>
              <a:ext cx="2022347" cy="678247"/>
            </a:xfrm>
            <a:prstGeom prst="rect">
              <a:avLst/>
            </a:prstGeom>
            <a:solidFill>
              <a:srgbClr val="2825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282562"/>
                </a:solidFill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7178" y="3507659"/>
              <a:ext cx="2020994" cy="302341"/>
            </a:xfrm>
            <a:prstGeom prst="rect">
              <a:avLst/>
            </a:prstGeom>
            <a:solidFill>
              <a:srgbClr val="C8242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59020" y="3507659"/>
              <a:ext cx="971529" cy="980589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cxnSp>
        <p:nvCxnSpPr>
          <p:cNvPr id="27" name="直接连接符 19"/>
          <p:cNvCxnSpPr/>
          <p:nvPr userDrawn="1"/>
        </p:nvCxnSpPr>
        <p:spPr>
          <a:xfrm flipV="1">
            <a:off x="3046645" y="4195211"/>
            <a:ext cx="6376755" cy="6350"/>
          </a:xfrm>
          <a:prstGeom prst="line">
            <a:avLst/>
          </a:prstGeom>
          <a:ln w="28575">
            <a:gradFill flip="none" rotWithShape="1">
              <a:gsLst>
                <a:gs pos="100000">
                  <a:schemeClr val="bg1"/>
                </a:gs>
                <a:gs pos="0">
                  <a:srgbClr val="D7DFDE">
                    <a:alpha val="0"/>
                  </a:srgbClr>
                </a:gs>
                <a:gs pos="36000">
                  <a:schemeClr val="bg1">
                    <a:lumMod val="7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47"/>
          <p:cNvCxnSpPr/>
          <p:nvPr userDrawn="1"/>
        </p:nvCxnSpPr>
        <p:spPr>
          <a:xfrm flipH="1">
            <a:off x="5918" y="3860694"/>
            <a:ext cx="2015184" cy="0"/>
          </a:xfrm>
          <a:prstGeom prst="line">
            <a:avLst/>
          </a:prstGeom>
          <a:ln w="28575">
            <a:gradFill flip="none" rotWithShape="1">
              <a:gsLst>
                <a:gs pos="100000">
                  <a:schemeClr val="bg1"/>
                </a:gs>
                <a:gs pos="0">
                  <a:srgbClr val="D7DFDE">
                    <a:alpha val="0"/>
                  </a:srgbClr>
                </a:gs>
                <a:gs pos="36000">
                  <a:schemeClr val="bg1">
                    <a:lumMod val="7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52"/>
          <p:cNvCxnSpPr/>
          <p:nvPr userDrawn="1"/>
        </p:nvCxnSpPr>
        <p:spPr>
          <a:xfrm flipH="1">
            <a:off x="10176816" y="4195211"/>
            <a:ext cx="2015184" cy="0"/>
          </a:xfrm>
          <a:prstGeom prst="line">
            <a:avLst/>
          </a:prstGeom>
          <a:ln w="28575">
            <a:gradFill flip="none" rotWithShape="1">
              <a:gsLst>
                <a:gs pos="100000">
                  <a:schemeClr val="bg1"/>
                </a:gs>
                <a:gs pos="0">
                  <a:srgbClr val="D7DFDE">
                    <a:alpha val="0"/>
                  </a:srgbClr>
                </a:gs>
                <a:gs pos="36000">
                  <a:schemeClr val="bg1">
                    <a:lumMod val="7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占位符 38"/>
          <p:cNvSpPr>
            <a:spLocks noGrp="1"/>
          </p:cNvSpPr>
          <p:nvPr>
            <p:ph type="body" sz="quarter" idx="10" hasCustomPrompt="1"/>
          </p:nvPr>
        </p:nvSpPr>
        <p:spPr>
          <a:xfrm>
            <a:off x="3054350" y="2642895"/>
            <a:ext cx="9126538" cy="851037"/>
          </a:xfrm>
          <a:prstGeom prst="rect">
            <a:avLst/>
          </a:prstGeom>
        </p:spPr>
        <p:txBody>
          <a:bodyPr rIns="540000" anchor="ctr">
            <a:normAutofit/>
          </a:bodyPr>
          <a:lstStyle>
            <a:lvl1pPr marL="0" indent="0" algn="r">
              <a:buNone/>
              <a:defRPr sz="4400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altLang="zh-CN" dirty="0"/>
              <a:t>PHARMARON</a:t>
            </a:r>
            <a:endParaRPr lang="zh-CN" altLang="en-US" dirty="0"/>
          </a:p>
        </p:txBody>
      </p:sp>
      <p:sp>
        <p:nvSpPr>
          <p:cNvPr id="41" name="文本占位符 40"/>
          <p:cNvSpPr>
            <a:spLocks noGrp="1"/>
          </p:cNvSpPr>
          <p:nvPr>
            <p:ph type="body" sz="quarter" idx="11" hasCustomPrompt="1"/>
          </p:nvPr>
        </p:nvSpPr>
        <p:spPr>
          <a:xfrm>
            <a:off x="3054350" y="3563099"/>
            <a:ext cx="9137650" cy="639014"/>
          </a:xfrm>
          <a:prstGeom prst="rect">
            <a:avLst/>
          </a:prstGeom>
        </p:spPr>
        <p:txBody>
          <a:bodyPr rIns="540000" anchor="ctr">
            <a:normAutofit/>
          </a:bodyPr>
          <a:lstStyle>
            <a:lvl1pPr marL="0" indent="0" algn="r">
              <a:buNone/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zh-CN" altLang="en-US" dirty="0"/>
              <a:t>康龙临床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5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 userDrawn="1"/>
        </p:nvGrpSpPr>
        <p:grpSpPr>
          <a:xfrm flipV="1">
            <a:off x="1" y="3547537"/>
            <a:ext cx="12181538" cy="3319121"/>
            <a:chOff x="-5" y="3288745"/>
            <a:chExt cx="12199444" cy="758959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-5" y="3288747"/>
              <a:ext cx="6051554" cy="758957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51549" y="3288745"/>
              <a:ext cx="6147890" cy="758957"/>
            </a:xfrm>
            <a:prstGeom prst="rect">
              <a:avLst/>
            </a:prstGeom>
          </p:spPr>
        </p:pic>
      </p:grpSp>
      <p:sp>
        <p:nvSpPr>
          <p:cNvPr id="20" name="矩形 19"/>
          <p:cNvSpPr/>
          <p:nvPr userDrawn="1"/>
        </p:nvSpPr>
        <p:spPr>
          <a:xfrm>
            <a:off x="109920" y="4737013"/>
            <a:ext cx="5006656" cy="2133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945"/>
              </a:lnSpc>
              <a:defRPr/>
            </a:pPr>
            <a:r>
              <a:rPr lang="en-US" altLang="zh-CN" sz="1600" dirty="0">
                <a:solidFill>
                  <a:srgbClr val="2825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 panose="020B0600000101010101" pitchFamily="34" charset="-127"/>
                <a:ea typeface="Gulim" panose="020B0600000101010101" pitchFamily="34" charset="-127"/>
                <a:cs typeface="Arial" panose="020B0604020202090204" pitchFamily="34" charset="0"/>
              </a:rPr>
              <a:t>An integrated global clinical service platform</a:t>
            </a:r>
            <a:endParaRPr lang="en-US" altLang="zh-CN" sz="1600" dirty="0">
              <a:solidFill>
                <a:srgbClr val="28256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 panose="020B0600000101010101" pitchFamily="34" charset="-127"/>
              <a:ea typeface="Gulim" panose="020B0600000101010101" pitchFamily="34" charset="-127"/>
              <a:cs typeface="Arial" panose="020B0604020202090204" pitchFamily="34" charset="0"/>
            </a:endParaRPr>
          </a:p>
        </p:txBody>
      </p:sp>
      <p:grpSp>
        <p:nvGrpSpPr>
          <p:cNvPr id="21" name="组合 20"/>
          <p:cNvGrpSpPr/>
          <p:nvPr userDrawn="1"/>
        </p:nvGrpSpPr>
        <p:grpSpPr>
          <a:xfrm>
            <a:off x="0" y="3547537"/>
            <a:ext cx="12192002" cy="980589"/>
            <a:chOff x="7178" y="3507659"/>
            <a:chExt cx="12192001" cy="980589"/>
          </a:xfrm>
        </p:grpSpPr>
        <p:sp>
          <p:nvSpPr>
            <p:cNvPr id="22" name="矩形 21"/>
            <p:cNvSpPr/>
            <p:nvPr/>
          </p:nvSpPr>
          <p:spPr>
            <a:xfrm>
              <a:off x="3061397" y="3507659"/>
              <a:ext cx="9137780" cy="639014"/>
            </a:xfrm>
            <a:prstGeom prst="rect">
              <a:avLst/>
            </a:prstGeom>
            <a:solidFill>
              <a:srgbClr val="C8242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3060044" y="4146673"/>
              <a:ext cx="9139135" cy="341575"/>
            </a:xfrm>
            <a:prstGeom prst="rect">
              <a:avLst/>
            </a:prstGeom>
            <a:solidFill>
              <a:srgbClr val="2825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282562"/>
                </a:solidFill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7179" y="3810000"/>
              <a:ext cx="2022347" cy="678247"/>
            </a:xfrm>
            <a:prstGeom prst="rect">
              <a:avLst/>
            </a:prstGeom>
            <a:solidFill>
              <a:srgbClr val="2825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282562"/>
                </a:solidFill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7178" y="3507659"/>
              <a:ext cx="2020994" cy="302341"/>
            </a:xfrm>
            <a:prstGeom prst="rect">
              <a:avLst/>
            </a:prstGeom>
            <a:solidFill>
              <a:srgbClr val="C8242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59020" y="3507659"/>
              <a:ext cx="971529" cy="980589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cxnSp>
        <p:nvCxnSpPr>
          <p:cNvPr id="27" name="直接连接符 19"/>
          <p:cNvCxnSpPr/>
          <p:nvPr userDrawn="1"/>
        </p:nvCxnSpPr>
        <p:spPr>
          <a:xfrm flipV="1">
            <a:off x="3046645" y="4195211"/>
            <a:ext cx="6376755" cy="6350"/>
          </a:xfrm>
          <a:prstGeom prst="line">
            <a:avLst/>
          </a:prstGeom>
          <a:ln w="28575">
            <a:gradFill flip="none" rotWithShape="1">
              <a:gsLst>
                <a:gs pos="100000">
                  <a:schemeClr val="bg1"/>
                </a:gs>
                <a:gs pos="0">
                  <a:srgbClr val="D7DFDE">
                    <a:alpha val="0"/>
                  </a:srgbClr>
                </a:gs>
                <a:gs pos="36000">
                  <a:schemeClr val="bg1">
                    <a:lumMod val="7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47"/>
          <p:cNvCxnSpPr/>
          <p:nvPr userDrawn="1"/>
        </p:nvCxnSpPr>
        <p:spPr>
          <a:xfrm flipH="1">
            <a:off x="5918" y="3860694"/>
            <a:ext cx="2015184" cy="0"/>
          </a:xfrm>
          <a:prstGeom prst="line">
            <a:avLst/>
          </a:prstGeom>
          <a:ln w="28575">
            <a:gradFill flip="none" rotWithShape="1">
              <a:gsLst>
                <a:gs pos="100000">
                  <a:schemeClr val="bg1"/>
                </a:gs>
                <a:gs pos="0">
                  <a:srgbClr val="D7DFDE">
                    <a:alpha val="0"/>
                  </a:srgbClr>
                </a:gs>
                <a:gs pos="36000">
                  <a:schemeClr val="bg1">
                    <a:lumMod val="7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52"/>
          <p:cNvCxnSpPr/>
          <p:nvPr userDrawn="1"/>
        </p:nvCxnSpPr>
        <p:spPr>
          <a:xfrm flipH="1">
            <a:off x="10176816" y="4195211"/>
            <a:ext cx="2015184" cy="0"/>
          </a:xfrm>
          <a:prstGeom prst="line">
            <a:avLst/>
          </a:prstGeom>
          <a:ln w="28575">
            <a:gradFill flip="none" rotWithShape="1">
              <a:gsLst>
                <a:gs pos="100000">
                  <a:schemeClr val="bg1"/>
                </a:gs>
                <a:gs pos="0">
                  <a:srgbClr val="D7DFDE">
                    <a:alpha val="0"/>
                  </a:srgbClr>
                </a:gs>
                <a:gs pos="36000">
                  <a:schemeClr val="bg1">
                    <a:lumMod val="7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占位符 38"/>
          <p:cNvSpPr>
            <a:spLocks noGrp="1"/>
          </p:cNvSpPr>
          <p:nvPr>
            <p:ph type="body" sz="quarter" idx="10"/>
          </p:nvPr>
        </p:nvSpPr>
        <p:spPr>
          <a:xfrm>
            <a:off x="3054350" y="2642895"/>
            <a:ext cx="9126538" cy="851037"/>
          </a:xfrm>
          <a:prstGeom prst="rect">
            <a:avLst/>
          </a:prstGeom>
        </p:spPr>
        <p:txBody>
          <a:bodyPr rIns="540000" anchor="ctr">
            <a:normAutofit/>
          </a:bodyPr>
          <a:lstStyle>
            <a:lvl1pPr marL="0" indent="0" algn="r">
              <a:buNone/>
              <a:defRPr sz="5400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39" name="文本占位符 40"/>
          <p:cNvSpPr>
            <a:spLocks noGrp="1"/>
          </p:cNvSpPr>
          <p:nvPr>
            <p:ph type="body" sz="quarter" idx="11"/>
          </p:nvPr>
        </p:nvSpPr>
        <p:spPr>
          <a:xfrm>
            <a:off x="3054350" y="3563099"/>
            <a:ext cx="9137650" cy="639014"/>
          </a:xfrm>
          <a:prstGeom prst="rect">
            <a:avLst/>
          </a:prstGeom>
        </p:spPr>
        <p:txBody>
          <a:bodyPr rIns="540000" anchor="ctr">
            <a:normAutofit/>
          </a:bodyPr>
          <a:lstStyle>
            <a:lvl1pPr marL="0" indent="0" algn="r"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0" name="文本框 39"/>
          <p:cNvSpPr txBox="1"/>
          <p:nvPr userDrawn="1"/>
        </p:nvSpPr>
        <p:spPr>
          <a:xfrm>
            <a:off x="5594544" y="2170593"/>
            <a:ext cx="36583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2825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90204" pitchFamily="34" charset="0"/>
                <a:ea typeface="Gulim" panose="020B0600000101010101" pitchFamily="34" charset="-127"/>
                <a:cs typeface="Arial" panose="020B0604020202090204" pitchFamily="34" charset="0"/>
              </a:rPr>
              <a:t>PHARMARON CLINICAL</a:t>
            </a:r>
            <a:endParaRPr lang="en-US" altLang="zh-CN" sz="2400" dirty="0">
              <a:solidFill>
                <a:srgbClr val="28256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90204" pitchFamily="34" charset="0"/>
              <a:ea typeface="Gulim" panose="020B0600000101010101" pitchFamily="34" charset="-127"/>
              <a:cs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5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6" name="组合 35"/>
          <p:cNvGrpSpPr/>
          <p:nvPr userDrawn="1"/>
        </p:nvGrpSpPr>
        <p:grpSpPr>
          <a:xfrm flipV="1">
            <a:off x="-2" y="-6322"/>
            <a:ext cx="3912959" cy="6857998"/>
            <a:chOff x="-5" y="3288745"/>
            <a:chExt cx="12199444" cy="758959"/>
          </a:xfrm>
        </p:grpSpPr>
        <p:pic>
          <p:nvPicPr>
            <p:cNvPr id="37" name="图片 3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-5" y="3288747"/>
              <a:ext cx="6051554" cy="758957"/>
            </a:xfrm>
            <a:prstGeom prst="rect">
              <a:avLst/>
            </a:prstGeom>
          </p:spPr>
        </p:pic>
        <p:pic>
          <p:nvPicPr>
            <p:cNvPr id="38" name="图片 3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51549" y="3288745"/>
              <a:ext cx="6147890" cy="758957"/>
            </a:xfrm>
            <a:prstGeom prst="rect">
              <a:avLst/>
            </a:prstGeom>
          </p:spPr>
        </p:pic>
      </p:grpSp>
      <p:sp>
        <p:nvSpPr>
          <p:cNvPr id="39" name="文本框 38"/>
          <p:cNvSpPr txBox="1"/>
          <p:nvPr userDrawn="1"/>
        </p:nvSpPr>
        <p:spPr>
          <a:xfrm>
            <a:off x="0" y="2206580"/>
            <a:ext cx="3912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CONTENTS</a:t>
            </a:r>
            <a:endParaRPr lang="zh-CN" altLang="en-US" sz="28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40" name="组合 39"/>
          <p:cNvGrpSpPr/>
          <p:nvPr userDrawn="1"/>
        </p:nvGrpSpPr>
        <p:grpSpPr>
          <a:xfrm rot="16200000">
            <a:off x="752763" y="3147567"/>
            <a:ext cx="6870628" cy="550237"/>
            <a:chOff x="-2" y="4097962"/>
            <a:chExt cx="12192004" cy="550237"/>
          </a:xfrm>
        </p:grpSpPr>
        <p:grpSp>
          <p:nvGrpSpPr>
            <p:cNvPr id="45" name="组合 44"/>
            <p:cNvGrpSpPr/>
            <p:nvPr userDrawn="1"/>
          </p:nvGrpSpPr>
          <p:grpSpPr>
            <a:xfrm>
              <a:off x="-2" y="4097962"/>
              <a:ext cx="12192004" cy="550237"/>
              <a:chOff x="3060044" y="3689915"/>
              <a:chExt cx="9139135" cy="798333"/>
            </a:xfrm>
          </p:grpSpPr>
          <p:sp>
            <p:nvSpPr>
              <p:cNvPr id="50" name="矩形 49"/>
              <p:cNvSpPr/>
              <p:nvPr/>
            </p:nvSpPr>
            <p:spPr>
              <a:xfrm>
                <a:off x="3061397" y="3689915"/>
                <a:ext cx="9137780" cy="456757"/>
              </a:xfrm>
              <a:prstGeom prst="rect">
                <a:avLst/>
              </a:prstGeom>
              <a:solidFill>
                <a:srgbClr val="C8242B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3060044" y="4146673"/>
                <a:ext cx="9139135" cy="341575"/>
              </a:xfrm>
              <a:prstGeom prst="rect">
                <a:avLst/>
              </a:prstGeom>
              <a:solidFill>
                <a:srgbClr val="28256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282562"/>
                  </a:solidFill>
                </a:endParaRPr>
              </a:p>
            </p:txBody>
          </p:sp>
        </p:grpSp>
        <p:grpSp>
          <p:nvGrpSpPr>
            <p:cNvPr id="46" name="组合 45"/>
            <p:cNvGrpSpPr/>
            <p:nvPr userDrawn="1"/>
          </p:nvGrpSpPr>
          <p:grpSpPr>
            <a:xfrm flipV="1">
              <a:off x="0" y="4400549"/>
              <a:ext cx="12192002" cy="55699"/>
              <a:chOff x="-5" y="3288745"/>
              <a:chExt cx="12199444" cy="758959"/>
            </a:xfrm>
          </p:grpSpPr>
          <p:pic>
            <p:nvPicPr>
              <p:cNvPr id="48" name="图片 47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0800000">
                <a:off x="-5" y="3288747"/>
                <a:ext cx="6051554" cy="758957"/>
              </a:xfrm>
              <a:prstGeom prst="rect">
                <a:avLst/>
              </a:prstGeom>
            </p:spPr>
          </p:pic>
          <p:pic>
            <p:nvPicPr>
              <p:cNvPr id="49" name="图片 48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51549" y="3288745"/>
                <a:ext cx="6147890" cy="758957"/>
              </a:xfrm>
              <a:prstGeom prst="rect">
                <a:avLst/>
              </a:prstGeom>
            </p:spPr>
          </p:pic>
        </p:grpSp>
      </p:grpSp>
      <p:pic>
        <p:nvPicPr>
          <p:cNvPr id="52" name="图片 5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203" b="45407"/>
          <a:stretch>
            <a:fillRect/>
          </a:stretch>
        </p:blipFill>
        <p:spPr>
          <a:xfrm>
            <a:off x="-18278" y="2997724"/>
            <a:ext cx="3931236" cy="605012"/>
          </a:xfrm>
          <a:prstGeom prst="rect">
            <a:avLst/>
          </a:prstGeom>
        </p:spPr>
      </p:pic>
      <p:sp>
        <p:nvSpPr>
          <p:cNvPr id="53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6199698" y="1418784"/>
            <a:ext cx="749074" cy="725488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sz="4000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54" name="文本占位符 2"/>
          <p:cNvSpPr>
            <a:spLocks noGrp="1"/>
          </p:cNvSpPr>
          <p:nvPr>
            <p:ph type="body" sz="quarter" idx="11" hasCustomPrompt="1"/>
          </p:nvPr>
        </p:nvSpPr>
        <p:spPr>
          <a:xfrm>
            <a:off x="7265232" y="1418784"/>
            <a:ext cx="3714542" cy="725488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sz="2800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zh-CN" altLang="en-US" dirty="0"/>
              <a:t>在此输入目录标题</a:t>
            </a:r>
            <a:endParaRPr lang="zh-CN" altLang="en-US" dirty="0"/>
          </a:p>
        </p:txBody>
      </p:sp>
      <p:sp>
        <p:nvSpPr>
          <p:cNvPr id="55" name="文本占位符 2"/>
          <p:cNvSpPr>
            <a:spLocks noGrp="1"/>
          </p:cNvSpPr>
          <p:nvPr>
            <p:ph type="body" sz="quarter" idx="12" hasCustomPrompt="1"/>
          </p:nvPr>
        </p:nvSpPr>
        <p:spPr>
          <a:xfrm>
            <a:off x="6199698" y="2418026"/>
            <a:ext cx="749074" cy="725488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sz="4000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56" name="文本占位符 2"/>
          <p:cNvSpPr>
            <a:spLocks noGrp="1"/>
          </p:cNvSpPr>
          <p:nvPr>
            <p:ph type="body" sz="quarter" idx="13" hasCustomPrompt="1"/>
          </p:nvPr>
        </p:nvSpPr>
        <p:spPr>
          <a:xfrm>
            <a:off x="7265232" y="2418026"/>
            <a:ext cx="3714542" cy="725488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sz="2800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zh-CN" altLang="en-US" dirty="0"/>
              <a:t>在此输入目录标题</a:t>
            </a:r>
            <a:endParaRPr lang="zh-CN" altLang="en-US" dirty="0"/>
          </a:p>
        </p:txBody>
      </p:sp>
      <p:sp>
        <p:nvSpPr>
          <p:cNvPr id="57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6199698" y="3429000"/>
            <a:ext cx="749074" cy="725488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sz="4000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58" name="文本占位符 2"/>
          <p:cNvSpPr>
            <a:spLocks noGrp="1"/>
          </p:cNvSpPr>
          <p:nvPr>
            <p:ph type="body" sz="quarter" idx="15" hasCustomPrompt="1"/>
          </p:nvPr>
        </p:nvSpPr>
        <p:spPr>
          <a:xfrm>
            <a:off x="7265232" y="3429000"/>
            <a:ext cx="3714542" cy="725488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sz="2800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zh-CN" altLang="en-US" dirty="0"/>
              <a:t>在此输入目录标题</a:t>
            </a:r>
            <a:endParaRPr lang="zh-CN" altLang="en-US" dirty="0"/>
          </a:p>
        </p:txBody>
      </p:sp>
      <p:sp>
        <p:nvSpPr>
          <p:cNvPr id="59" name="文本占位符 2"/>
          <p:cNvSpPr>
            <a:spLocks noGrp="1"/>
          </p:cNvSpPr>
          <p:nvPr>
            <p:ph type="body" sz="quarter" idx="16" hasCustomPrompt="1"/>
          </p:nvPr>
        </p:nvSpPr>
        <p:spPr>
          <a:xfrm>
            <a:off x="6199698" y="4439974"/>
            <a:ext cx="749074" cy="725488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sz="4000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60" name="文本占位符 2"/>
          <p:cNvSpPr>
            <a:spLocks noGrp="1"/>
          </p:cNvSpPr>
          <p:nvPr>
            <p:ph type="body" sz="quarter" idx="17" hasCustomPrompt="1"/>
          </p:nvPr>
        </p:nvSpPr>
        <p:spPr>
          <a:xfrm>
            <a:off x="7265232" y="4439974"/>
            <a:ext cx="3714542" cy="725488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sz="2800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zh-CN" altLang="en-US" dirty="0"/>
              <a:t>在此输入目录标题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5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V="1">
            <a:off x="560176" y="1135271"/>
            <a:ext cx="4073945" cy="1803403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-2" y="4097962"/>
            <a:ext cx="12192004" cy="550237"/>
            <a:chOff x="-2" y="4097962"/>
            <a:chExt cx="12192004" cy="550237"/>
          </a:xfrm>
        </p:grpSpPr>
        <p:grpSp>
          <p:nvGrpSpPr>
            <p:cNvPr id="5" name="组合 4"/>
            <p:cNvGrpSpPr/>
            <p:nvPr userDrawn="1"/>
          </p:nvGrpSpPr>
          <p:grpSpPr>
            <a:xfrm>
              <a:off x="-2" y="4097962"/>
              <a:ext cx="12192004" cy="550237"/>
              <a:chOff x="3060044" y="3689915"/>
              <a:chExt cx="9139135" cy="798333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3061397" y="3689915"/>
                <a:ext cx="9137780" cy="456757"/>
              </a:xfrm>
              <a:prstGeom prst="rect">
                <a:avLst/>
              </a:prstGeom>
              <a:solidFill>
                <a:srgbClr val="C8242B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3060044" y="4146673"/>
                <a:ext cx="9139135" cy="341575"/>
              </a:xfrm>
              <a:prstGeom prst="rect">
                <a:avLst/>
              </a:prstGeom>
              <a:solidFill>
                <a:srgbClr val="28256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282562"/>
                  </a:solidFill>
                </a:endParaRPr>
              </a:p>
            </p:txBody>
          </p:sp>
        </p:grpSp>
        <p:grpSp>
          <p:nvGrpSpPr>
            <p:cNvPr id="8" name="组合 7"/>
            <p:cNvGrpSpPr/>
            <p:nvPr userDrawn="1"/>
          </p:nvGrpSpPr>
          <p:grpSpPr>
            <a:xfrm flipV="1">
              <a:off x="0" y="4400549"/>
              <a:ext cx="12192002" cy="55699"/>
              <a:chOff x="-5" y="3288745"/>
              <a:chExt cx="12199444" cy="758959"/>
            </a:xfrm>
          </p:grpSpPr>
          <p:pic>
            <p:nvPicPr>
              <p:cNvPr id="9" name="图片 8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0800000">
                <a:off x="-5" y="3288747"/>
                <a:ext cx="6051554" cy="758957"/>
              </a:xfrm>
              <a:prstGeom prst="rect">
                <a:avLst/>
              </a:prstGeom>
            </p:spPr>
          </p:pic>
          <p:pic>
            <p:nvPicPr>
              <p:cNvPr id="10" name="图片 9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51549" y="3288745"/>
                <a:ext cx="6147890" cy="758957"/>
              </a:xfrm>
              <a:prstGeom prst="rect">
                <a:avLst/>
              </a:prstGeom>
            </p:spPr>
          </p:pic>
        </p:grpSp>
      </p:grpSp>
      <p:grpSp>
        <p:nvGrpSpPr>
          <p:cNvPr id="11" name="组合 10"/>
          <p:cNvGrpSpPr/>
          <p:nvPr userDrawn="1"/>
        </p:nvGrpSpPr>
        <p:grpSpPr>
          <a:xfrm flipV="1">
            <a:off x="0" y="4648198"/>
            <a:ext cx="12192000" cy="2209800"/>
            <a:chOff x="-5" y="3288745"/>
            <a:chExt cx="12199444" cy="758959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-5" y="3288747"/>
              <a:ext cx="6051554" cy="758957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51549" y="3288745"/>
              <a:ext cx="6147890" cy="758957"/>
            </a:xfrm>
            <a:prstGeom prst="rect">
              <a:avLst/>
            </a:prstGeom>
          </p:spPr>
        </p:pic>
      </p:grpSp>
      <p:sp>
        <p:nvSpPr>
          <p:cNvPr id="14" name="文本占位符 45"/>
          <p:cNvSpPr>
            <a:spLocks noGrp="1"/>
          </p:cNvSpPr>
          <p:nvPr>
            <p:ph type="body" sz="quarter" idx="10" hasCustomPrompt="1"/>
          </p:nvPr>
        </p:nvSpPr>
        <p:spPr>
          <a:xfrm>
            <a:off x="3498851" y="3255520"/>
            <a:ext cx="8341846" cy="818425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 algn="r">
              <a:buNone/>
              <a:defRPr lang="zh-CN" altLang="en-US" sz="3200" b="1" kern="1200" dirty="0" smtClean="0">
                <a:solidFill>
                  <a:srgbClr val="28256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</a:defRPr>
            </a:lvl1pPr>
            <a:lvl2pPr marL="457200" indent="0" algn="r">
              <a:buNone/>
              <a:defRPr sz="5400"/>
            </a:lvl2pPr>
            <a:lvl3pPr marL="914400" indent="0" algn="r">
              <a:buNone/>
              <a:defRPr sz="5400"/>
            </a:lvl3pPr>
            <a:lvl4pPr marL="1371600" indent="0" algn="r">
              <a:buNone/>
              <a:defRPr sz="5400"/>
            </a:lvl4pPr>
            <a:lvl5pPr marL="1828800" indent="0" algn="r">
              <a:buNone/>
              <a:defRPr sz="5400"/>
            </a:lvl5pPr>
          </a:lstStyle>
          <a:p>
            <a:pPr lvl="0"/>
            <a:r>
              <a:rPr kumimoji="1" lang="zh-CN" altLang="en-US" dirty="0"/>
              <a:t>单击此处编辑母版主标题</a:t>
            </a:r>
            <a:endParaRPr kumimoji="1" lang="zh-CN" altLang="en-US" dirty="0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1281237" y="3102467"/>
            <a:ext cx="2129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800" b="1" dirty="0">
                <a:solidFill>
                  <a:srgbClr val="282562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PART</a:t>
            </a:r>
            <a:endParaRPr lang="zh-CN" altLang="en-US" sz="2800" b="1" dirty="0">
              <a:solidFill>
                <a:srgbClr val="282562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2" hasCustomPrompt="1"/>
          </p:nvPr>
        </p:nvSpPr>
        <p:spPr>
          <a:xfrm>
            <a:off x="1039253" y="3550726"/>
            <a:ext cx="2371725" cy="523220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b="1">
                <a:solidFill>
                  <a:srgbClr val="2825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5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矩形 14"/>
          <p:cNvSpPr/>
          <p:nvPr userDrawn="1"/>
        </p:nvSpPr>
        <p:spPr>
          <a:xfrm>
            <a:off x="0" y="6739770"/>
            <a:ext cx="12192000" cy="117087"/>
          </a:xfrm>
          <a:prstGeom prst="rect">
            <a:avLst/>
          </a:prstGeom>
          <a:solidFill>
            <a:srgbClr val="28256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-2" y="495223"/>
            <a:ext cx="12192002" cy="45719"/>
            <a:chOff x="-5" y="3288745"/>
            <a:chExt cx="12199444" cy="758957"/>
          </a:xfrm>
        </p:grpSpPr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-5" y="3290820"/>
              <a:ext cx="6051554" cy="756882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51549" y="3288745"/>
              <a:ext cx="6147890" cy="758957"/>
            </a:xfrm>
            <a:prstGeom prst="rect">
              <a:avLst/>
            </a:prstGeom>
          </p:spPr>
        </p:pic>
      </p:grpSp>
      <p:grpSp>
        <p:nvGrpSpPr>
          <p:cNvPr id="19" name="组合 18"/>
          <p:cNvGrpSpPr/>
          <p:nvPr userDrawn="1"/>
        </p:nvGrpSpPr>
        <p:grpSpPr>
          <a:xfrm>
            <a:off x="10863942" y="182010"/>
            <a:ext cx="929837" cy="262153"/>
            <a:chOff x="1327083" y="3300834"/>
            <a:chExt cx="2033007" cy="573174"/>
          </a:xfrm>
        </p:grpSpPr>
        <p:grpSp>
          <p:nvGrpSpPr>
            <p:cNvPr id="20" name="组合 19"/>
            <p:cNvGrpSpPr/>
            <p:nvPr/>
          </p:nvGrpSpPr>
          <p:grpSpPr>
            <a:xfrm>
              <a:off x="2001045" y="3300834"/>
              <a:ext cx="1359045" cy="558083"/>
              <a:chOff x="994012" y="3254687"/>
              <a:chExt cx="1359045" cy="558083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pic>
            <p:nvPicPr>
              <p:cNvPr id="22" name="图片 21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94012" y="3635782"/>
                <a:ext cx="1359044" cy="176988"/>
              </a:xfrm>
              <a:prstGeom prst="rect">
                <a:avLst/>
              </a:prstGeom>
              <a:effectLst/>
            </p:spPr>
          </p:pic>
          <p:pic>
            <p:nvPicPr>
              <p:cNvPr id="23" name="图片 22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94013" y="3254687"/>
                <a:ext cx="1359044" cy="349025"/>
              </a:xfrm>
              <a:prstGeom prst="rect">
                <a:avLst/>
              </a:prstGeom>
            </p:spPr>
          </p:pic>
        </p:grpSp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7083" y="3300834"/>
              <a:ext cx="556581" cy="573174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25" name="文本框 24"/>
          <p:cNvSpPr txBox="1"/>
          <p:nvPr userDrawn="1"/>
        </p:nvSpPr>
        <p:spPr>
          <a:xfrm>
            <a:off x="7635711" y="6144803"/>
            <a:ext cx="4332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000" dirty="0">
                <a:gradFill>
                  <a:gsLst>
                    <a:gs pos="0">
                      <a:schemeClr val="bg1">
                        <a:alpha val="0"/>
                      </a:schemeClr>
                    </a:gs>
                    <a:gs pos="51000">
                      <a:srgbClr val="C5C5C5"/>
                    </a:gs>
                    <a:gs pos="100000">
                      <a:srgbClr val="C7C7C7"/>
                    </a:gs>
                    <a:gs pos="74000">
                      <a:schemeClr val="bg1"/>
                    </a:gs>
                  </a:gsLst>
                  <a:path path="circle">
                    <a:fillToRect l="100000" t="100000"/>
                  </a:path>
                </a:gradFill>
                <a:latin typeface="Arial" panose="020B0604020202090204" pitchFamily="34" charset="0"/>
                <a:ea typeface="Playfair Display Black" charset="0"/>
                <a:cs typeface="Arial" panose="020B0604020202090204" pitchFamily="34" charset="0"/>
              </a:rPr>
              <a:t>PHARMARON</a:t>
            </a:r>
            <a:endParaRPr lang="en-US" altLang="zh-CN" sz="2000" dirty="0">
              <a:gradFill>
                <a:gsLst>
                  <a:gs pos="0">
                    <a:schemeClr val="bg1">
                      <a:alpha val="0"/>
                    </a:schemeClr>
                  </a:gs>
                  <a:gs pos="51000">
                    <a:srgbClr val="C5C5C5"/>
                  </a:gs>
                  <a:gs pos="100000">
                    <a:srgbClr val="C7C7C7"/>
                  </a:gs>
                  <a:gs pos="74000">
                    <a:schemeClr val="bg1"/>
                  </a:gs>
                </a:gsLst>
                <a:path path="circle">
                  <a:fillToRect l="100000" t="100000"/>
                </a:path>
              </a:gradFill>
              <a:latin typeface="Arial" panose="020B0604020202090204" pitchFamily="34" charset="0"/>
              <a:ea typeface="Playfair Display Black" charset="0"/>
              <a:cs typeface="Arial" panose="020B0604020202090204" pitchFamily="34" charset="0"/>
            </a:endParaRPr>
          </a:p>
        </p:txBody>
      </p:sp>
      <p:sp>
        <p:nvSpPr>
          <p:cNvPr id="8" name="Slide Number Placeholder 27"/>
          <p:cNvSpPr>
            <a:spLocks noGrp="1"/>
          </p:cNvSpPr>
          <p:nvPr>
            <p:ph type="sldNum" sz="quarter" idx="4"/>
          </p:nvPr>
        </p:nvSpPr>
        <p:spPr>
          <a:xfrm>
            <a:off x="206827" y="6346371"/>
            <a:ext cx="446316" cy="3533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rgbClr val="282562"/>
                </a:solidFill>
              </a:defRPr>
            </a:lvl1pPr>
          </a:lstStyle>
          <a:p>
            <a:fld id="{DD664289-9D17-A940-A260-00AA4B664C4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 userDrawn="1"/>
        </p:nvGrpSpPr>
        <p:grpSpPr>
          <a:xfrm flipV="1">
            <a:off x="0" y="1888910"/>
            <a:ext cx="12192000" cy="4850858"/>
            <a:chOff x="-5" y="3288745"/>
            <a:chExt cx="12199444" cy="758959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-5" y="3288747"/>
              <a:ext cx="6051554" cy="758957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51549" y="3288745"/>
              <a:ext cx="6147890" cy="758957"/>
            </a:xfrm>
            <a:prstGeom prst="rect">
              <a:avLst/>
            </a:prstGeom>
          </p:spPr>
        </p:pic>
      </p:grpSp>
      <p:sp>
        <p:nvSpPr>
          <p:cNvPr id="6" name="矩形 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5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0" y="6739770"/>
            <a:ext cx="12192000" cy="117087"/>
          </a:xfrm>
          <a:prstGeom prst="rect">
            <a:avLst/>
          </a:prstGeom>
          <a:solidFill>
            <a:srgbClr val="28256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-2" y="993606"/>
            <a:ext cx="12192002" cy="45719"/>
            <a:chOff x="-5" y="3288745"/>
            <a:chExt cx="12199444" cy="758957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-5" y="3290820"/>
              <a:ext cx="6051554" cy="756882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51549" y="3288745"/>
              <a:ext cx="6147890" cy="758957"/>
            </a:xfrm>
            <a:prstGeom prst="rect">
              <a:avLst/>
            </a:prstGeom>
          </p:spPr>
        </p:pic>
      </p:grpSp>
      <p:grpSp>
        <p:nvGrpSpPr>
          <p:cNvPr id="11" name="组合 10"/>
          <p:cNvGrpSpPr/>
          <p:nvPr userDrawn="1"/>
        </p:nvGrpSpPr>
        <p:grpSpPr>
          <a:xfrm>
            <a:off x="385329" y="351503"/>
            <a:ext cx="1504432" cy="424151"/>
            <a:chOff x="1327083" y="3300834"/>
            <a:chExt cx="2033007" cy="573174"/>
          </a:xfrm>
        </p:grpSpPr>
        <p:grpSp>
          <p:nvGrpSpPr>
            <p:cNvPr id="12" name="组合 11"/>
            <p:cNvGrpSpPr/>
            <p:nvPr/>
          </p:nvGrpSpPr>
          <p:grpSpPr>
            <a:xfrm>
              <a:off x="2001045" y="3300834"/>
              <a:ext cx="1359045" cy="558083"/>
              <a:chOff x="994012" y="3254687"/>
              <a:chExt cx="1359045" cy="558083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pic>
            <p:nvPicPr>
              <p:cNvPr id="14" name="图片 13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94012" y="3635782"/>
                <a:ext cx="1359044" cy="176988"/>
              </a:xfrm>
              <a:prstGeom prst="rect">
                <a:avLst/>
              </a:prstGeom>
              <a:effectLst/>
            </p:spPr>
          </p:pic>
          <p:pic>
            <p:nvPicPr>
              <p:cNvPr id="15" name="图片 14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94013" y="3254687"/>
                <a:ext cx="1359044" cy="349025"/>
              </a:xfrm>
              <a:prstGeom prst="rect">
                <a:avLst/>
              </a:prstGeom>
            </p:spPr>
          </p:pic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7083" y="3300834"/>
              <a:ext cx="556581" cy="573174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6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385329" y="1168372"/>
            <a:ext cx="11455572" cy="47531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 b="1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单击此处编辑标题文本内容</a:t>
            </a:r>
            <a:endParaRPr lang="zh-CN" altLang="en-US" dirty="0"/>
          </a:p>
        </p:txBody>
      </p:sp>
      <p:sp>
        <p:nvSpPr>
          <p:cNvPr id="17" name="文本框 16"/>
          <p:cNvSpPr txBox="1"/>
          <p:nvPr userDrawn="1"/>
        </p:nvSpPr>
        <p:spPr>
          <a:xfrm>
            <a:off x="7635711" y="6144803"/>
            <a:ext cx="4332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000" dirty="0">
                <a:gradFill>
                  <a:gsLst>
                    <a:gs pos="0">
                      <a:schemeClr val="bg1">
                        <a:alpha val="0"/>
                      </a:schemeClr>
                    </a:gs>
                    <a:gs pos="51000">
                      <a:srgbClr val="C5C5C5"/>
                    </a:gs>
                    <a:gs pos="100000">
                      <a:srgbClr val="C7C7C7"/>
                    </a:gs>
                    <a:gs pos="74000">
                      <a:schemeClr val="bg1"/>
                    </a:gs>
                  </a:gsLst>
                  <a:path path="circle">
                    <a:fillToRect l="100000" t="100000"/>
                  </a:path>
                </a:gradFill>
                <a:latin typeface="Arial" panose="020B0604020202090204" pitchFamily="34" charset="0"/>
                <a:ea typeface="Playfair Display Black" charset="0"/>
                <a:cs typeface="Arial" panose="020B0604020202090204" pitchFamily="34" charset="0"/>
              </a:rPr>
              <a:t>PHARMARON CLINICAL</a:t>
            </a:r>
            <a:endParaRPr lang="en-US" altLang="zh-CN" sz="2000" dirty="0">
              <a:gradFill>
                <a:gsLst>
                  <a:gs pos="0">
                    <a:schemeClr val="bg1">
                      <a:alpha val="0"/>
                    </a:schemeClr>
                  </a:gs>
                  <a:gs pos="51000">
                    <a:srgbClr val="C5C5C5"/>
                  </a:gs>
                  <a:gs pos="100000">
                    <a:srgbClr val="C7C7C7"/>
                  </a:gs>
                  <a:gs pos="74000">
                    <a:schemeClr val="bg1"/>
                  </a:gs>
                </a:gsLst>
                <a:path path="circle">
                  <a:fillToRect l="100000" t="100000"/>
                </a:path>
              </a:gradFill>
              <a:latin typeface="Arial" panose="020B0604020202090204" pitchFamily="34" charset="0"/>
              <a:ea typeface="Playfair Display Black" charset="0"/>
              <a:cs typeface="Arial" panose="020B0604020202090204" pitchFamily="34" charset="0"/>
            </a:endParaRPr>
          </a:p>
        </p:txBody>
      </p:sp>
      <p:sp>
        <p:nvSpPr>
          <p:cNvPr id="18" name="内容占位符 3"/>
          <p:cNvSpPr>
            <a:spLocks noGrp="1"/>
          </p:cNvSpPr>
          <p:nvPr>
            <p:ph sz="quarter" idx="11"/>
          </p:nvPr>
        </p:nvSpPr>
        <p:spPr>
          <a:xfrm>
            <a:off x="385329" y="2143759"/>
            <a:ext cx="11455571" cy="38827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-2" y="1888910"/>
            <a:ext cx="12192003" cy="4849718"/>
          </a:xfrm>
          <a:prstGeom prst="rect">
            <a:avLst/>
          </a:prstGeom>
          <a:solidFill>
            <a:schemeClr val="lt1">
              <a:alpha val="46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答谢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471"/>
          <a:stretch>
            <a:fillRect/>
          </a:stretch>
        </p:blipFill>
        <p:spPr>
          <a:xfrm>
            <a:off x="2852458" y="962381"/>
            <a:ext cx="6487083" cy="347245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568" y="311750"/>
            <a:ext cx="1775615" cy="4799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581"/>
          <a:stretch>
            <a:fillRect/>
          </a:stretch>
        </p:blipFill>
        <p:spPr>
          <a:xfrm>
            <a:off x="2852458" y="494029"/>
            <a:ext cx="6487083" cy="34653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5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 userDrawn="1"/>
        </p:nvGrpSpPr>
        <p:grpSpPr>
          <a:xfrm flipV="1">
            <a:off x="1" y="3547537"/>
            <a:ext cx="12181538" cy="3319121"/>
            <a:chOff x="-5" y="3288745"/>
            <a:chExt cx="12199444" cy="758959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-5" y="3288747"/>
              <a:ext cx="6051554" cy="758957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51549" y="3288745"/>
              <a:ext cx="6147890" cy="758957"/>
            </a:xfrm>
            <a:prstGeom prst="rect">
              <a:avLst/>
            </a:prstGeom>
          </p:spPr>
        </p:pic>
      </p:grpSp>
      <p:sp>
        <p:nvSpPr>
          <p:cNvPr id="16" name="矩形 15"/>
          <p:cNvSpPr/>
          <p:nvPr userDrawn="1"/>
        </p:nvSpPr>
        <p:spPr>
          <a:xfrm>
            <a:off x="109920" y="4737013"/>
            <a:ext cx="5006656" cy="2133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945"/>
              </a:lnSpc>
              <a:defRPr/>
            </a:pPr>
            <a:r>
              <a:rPr lang="en-US" altLang="zh-CN" sz="1600" dirty="0">
                <a:solidFill>
                  <a:srgbClr val="2825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lim" panose="020B0600000101010101" pitchFamily="34" charset="-127"/>
                <a:ea typeface="Gulim" panose="020B0600000101010101" pitchFamily="34" charset="-127"/>
                <a:cs typeface="Arial" panose="020B0604020202090204" pitchFamily="34" charset="0"/>
              </a:rPr>
              <a:t>An integrated global clinical service platform</a:t>
            </a:r>
            <a:endParaRPr lang="en-US" altLang="zh-CN" sz="1600" dirty="0">
              <a:solidFill>
                <a:srgbClr val="28256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 panose="020B0600000101010101" pitchFamily="34" charset="-127"/>
              <a:ea typeface="Gulim" panose="020B0600000101010101" pitchFamily="34" charset="-127"/>
              <a:cs typeface="Arial" panose="020B0604020202090204" pitchFamily="34" charset="0"/>
            </a:endParaRPr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0" y="3547537"/>
            <a:ext cx="12192002" cy="980589"/>
            <a:chOff x="7178" y="3507659"/>
            <a:chExt cx="12192001" cy="980589"/>
          </a:xfrm>
        </p:grpSpPr>
        <p:sp>
          <p:nvSpPr>
            <p:cNvPr id="18" name="矩形 17"/>
            <p:cNvSpPr/>
            <p:nvPr/>
          </p:nvSpPr>
          <p:spPr>
            <a:xfrm>
              <a:off x="3061397" y="3507659"/>
              <a:ext cx="9137780" cy="639014"/>
            </a:xfrm>
            <a:prstGeom prst="rect">
              <a:avLst/>
            </a:prstGeom>
            <a:solidFill>
              <a:srgbClr val="C8242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3060044" y="4146673"/>
              <a:ext cx="9139135" cy="341575"/>
            </a:xfrm>
            <a:prstGeom prst="rect">
              <a:avLst/>
            </a:prstGeom>
            <a:solidFill>
              <a:srgbClr val="2825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282562"/>
                </a:solidFill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7179" y="3810000"/>
              <a:ext cx="2022347" cy="678247"/>
            </a:xfrm>
            <a:prstGeom prst="rect">
              <a:avLst/>
            </a:prstGeom>
            <a:solidFill>
              <a:srgbClr val="2825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282562"/>
                </a:solidFill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7178" y="3507659"/>
              <a:ext cx="2020994" cy="302341"/>
            </a:xfrm>
            <a:prstGeom prst="rect">
              <a:avLst/>
            </a:prstGeom>
            <a:solidFill>
              <a:srgbClr val="C8242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59020" y="3507659"/>
              <a:ext cx="971529" cy="980589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cxnSp>
        <p:nvCxnSpPr>
          <p:cNvPr id="23" name="直接连接符 19"/>
          <p:cNvCxnSpPr/>
          <p:nvPr userDrawn="1"/>
        </p:nvCxnSpPr>
        <p:spPr>
          <a:xfrm flipV="1">
            <a:off x="3046645" y="4195211"/>
            <a:ext cx="6376755" cy="6350"/>
          </a:xfrm>
          <a:prstGeom prst="line">
            <a:avLst/>
          </a:prstGeom>
          <a:ln w="28575">
            <a:gradFill flip="none" rotWithShape="1">
              <a:gsLst>
                <a:gs pos="100000">
                  <a:schemeClr val="bg1"/>
                </a:gs>
                <a:gs pos="0">
                  <a:srgbClr val="D7DFDE">
                    <a:alpha val="0"/>
                  </a:srgbClr>
                </a:gs>
                <a:gs pos="36000">
                  <a:schemeClr val="bg1">
                    <a:lumMod val="7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47"/>
          <p:cNvCxnSpPr/>
          <p:nvPr userDrawn="1"/>
        </p:nvCxnSpPr>
        <p:spPr>
          <a:xfrm flipH="1">
            <a:off x="5918" y="3860694"/>
            <a:ext cx="2015184" cy="0"/>
          </a:xfrm>
          <a:prstGeom prst="line">
            <a:avLst/>
          </a:prstGeom>
          <a:ln w="28575">
            <a:gradFill flip="none" rotWithShape="1">
              <a:gsLst>
                <a:gs pos="100000">
                  <a:schemeClr val="bg1"/>
                </a:gs>
                <a:gs pos="0">
                  <a:srgbClr val="D7DFDE">
                    <a:alpha val="0"/>
                  </a:srgbClr>
                </a:gs>
                <a:gs pos="36000">
                  <a:schemeClr val="bg1">
                    <a:lumMod val="7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52"/>
          <p:cNvCxnSpPr/>
          <p:nvPr userDrawn="1"/>
        </p:nvCxnSpPr>
        <p:spPr>
          <a:xfrm flipH="1">
            <a:off x="10176816" y="4195211"/>
            <a:ext cx="2015184" cy="0"/>
          </a:xfrm>
          <a:prstGeom prst="line">
            <a:avLst/>
          </a:prstGeom>
          <a:ln w="28575">
            <a:gradFill flip="none" rotWithShape="1">
              <a:gsLst>
                <a:gs pos="100000">
                  <a:schemeClr val="bg1"/>
                </a:gs>
                <a:gs pos="0">
                  <a:srgbClr val="D7DFDE">
                    <a:alpha val="0"/>
                  </a:srgbClr>
                </a:gs>
                <a:gs pos="36000">
                  <a:schemeClr val="bg1">
                    <a:lumMod val="7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占位符 38"/>
          <p:cNvSpPr>
            <a:spLocks noGrp="1"/>
          </p:cNvSpPr>
          <p:nvPr>
            <p:ph type="body" sz="quarter" idx="10" hasCustomPrompt="1"/>
          </p:nvPr>
        </p:nvSpPr>
        <p:spPr>
          <a:xfrm>
            <a:off x="3054350" y="2642895"/>
            <a:ext cx="9126538" cy="851037"/>
          </a:xfrm>
          <a:prstGeom prst="rect">
            <a:avLst/>
          </a:prstGeom>
        </p:spPr>
        <p:txBody>
          <a:bodyPr rIns="540000" anchor="ctr">
            <a:normAutofit/>
          </a:bodyPr>
          <a:lstStyle>
            <a:lvl1pPr marL="0" indent="0" algn="r">
              <a:buNone/>
              <a:defRPr sz="4800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altLang="zh-CN" dirty="0"/>
              <a:t>PHARMARON CLINICAL</a:t>
            </a:r>
            <a:endParaRPr lang="zh-CN" altLang="en-US" dirty="0"/>
          </a:p>
        </p:txBody>
      </p:sp>
      <p:sp>
        <p:nvSpPr>
          <p:cNvPr id="35" name="文本占位符 40"/>
          <p:cNvSpPr>
            <a:spLocks noGrp="1"/>
          </p:cNvSpPr>
          <p:nvPr>
            <p:ph type="body" sz="quarter" idx="11" hasCustomPrompt="1"/>
          </p:nvPr>
        </p:nvSpPr>
        <p:spPr>
          <a:xfrm>
            <a:off x="3054350" y="3563099"/>
            <a:ext cx="9137650" cy="639014"/>
          </a:xfrm>
          <a:prstGeom prst="rect">
            <a:avLst/>
          </a:prstGeom>
        </p:spPr>
        <p:txBody>
          <a:bodyPr rIns="540000" anchor="ctr">
            <a:normAutofit/>
          </a:bodyPr>
          <a:lstStyle>
            <a:lvl1pPr marL="0" indent="0" algn="r">
              <a:buNone/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zh-CN" altLang="en-US" dirty="0"/>
              <a:t>康龙临床</a:t>
            </a:r>
            <a:endParaRPr lang="zh-CN" altLang="en-US" dirty="0"/>
          </a:p>
        </p:txBody>
      </p:sp>
      <p:sp>
        <p:nvSpPr>
          <p:cNvPr id="36" name="文本框 35"/>
          <p:cNvSpPr txBox="1"/>
          <p:nvPr userDrawn="1"/>
        </p:nvSpPr>
        <p:spPr>
          <a:xfrm>
            <a:off x="6796707" y="2294157"/>
            <a:ext cx="24577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spc="-150" dirty="0">
                <a:solidFill>
                  <a:srgbClr val="282562"/>
                </a:solidFill>
                <a:latin typeface="Gulim" panose="020B0600000101010101" pitchFamily="34" charset="-127"/>
                <a:ea typeface="Gulim" panose="020B0600000101010101" pitchFamily="34" charset="-127"/>
                <a:cs typeface="Arial" panose="020B0604020202090204" pitchFamily="34" charset="0"/>
              </a:rPr>
              <a:t>Company</a:t>
            </a:r>
            <a:r>
              <a:rPr lang="zh-CN" altLang="en-US" sz="2000" spc="-150" dirty="0">
                <a:solidFill>
                  <a:srgbClr val="282562"/>
                </a:solidFill>
                <a:latin typeface="Gulim" panose="020B0600000101010101" pitchFamily="34" charset="-127"/>
                <a:ea typeface="Gulim" panose="020B0600000101010101" pitchFamily="34" charset="-127"/>
                <a:cs typeface="Arial" panose="020B0604020202090204" pitchFamily="34" charset="0"/>
              </a:rPr>
              <a:t> </a:t>
            </a:r>
            <a:r>
              <a:rPr lang="en-US" altLang="zh-CN" sz="2000" spc="-150" dirty="0">
                <a:solidFill>
                  <a:srgbClr val="282562"/>
                </a:solidFill>
                <a:latin typeface="Gulim" panose="020B0600000101010101" pitchFamily="34" charset="-127"/>
                <a:ea typeface="Gulim" panose="020B0600000101010101" pitchFamily="34" charset="-127"/>
                <a:cs typeface="Arial" panose="020B0604020202090204" pitchFamily="34" charset="0"/>
              </a:rPr>
              <a:t>Introduction</a:t>
            </a:r>
            <a:endParaRPr lang="en-US" altLang="zh-CN" sz="2000" b="1" spc="-150" dirty="0">
              <a:solidFill>
                <a:srgbClr val="282562"/>
              </a:solidFill>
              <a:latin typeface="Gulim" panose="020B0600000101010101" pitchFamily="34" charset="-127"/>
              <a:ea typeface="Gulim" panose="020B0600000101010101" pitchFamily="34" charset="-127"/>
              <a:cs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5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 userDrawn="1"/>
        </p:nvGrpSpPr>
        <p:grpSpPr>
          <a:xfrm flipV="1">
            <a:off x="-809" y="0"/>
            <a:ext cx="12192002" cy="4397496"/>
            <a:chOff x="-5" y="3288745"/>
            <a:chExt cx="12199443" cy="758959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-5" y="3288747"/>
              <a:ext cx="6051554" cy="758957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51548" y="3288745"/>
              <a:ext cx="6147890" cy="758957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 userDrawn="1"/>
        </p:nvGrpSpPr>
        <p:grpSpPr>
          <a:xfrm>
            <a:off x="1930399" y="3416907"/>
            <a:ext cx="10261603" cy="980589"/>
            <a:chOff x="3060044" y="3507659"/>
            <a:chExt cx="9139135" cy="980589"/>
          </a:xfrm>
        </p:grpSpPr>
        <p:sp>
          <p:nvSpPr>
            <p:cNvPr id="16" name="矩形 15"/>
            <p:cNvSpPr/>
            <p:nvPr/>
          </p:nvSpPr>
          <p:spPr>
            <a:xfrm>
              <a:off x="3061397" y="3507659"/>
              <a:ext cx="9137780" cy="639014"/>
            </a:xfrm>
            <a:prstGeom prst="rect">
              <a:avLst/>
            </a:prstGeom>
            <a:solidFill>
              <a:srgbClr val="C8242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3060044" y="4146673"/>
              <a:ext cx="9139135" cy="341575"/>
            </a:xfrm>
            <a:prstGeom prst="rect">
              <a:avLst/>
            </a:prstGeom>
            <a:solidFill>
              <a:srgbClr val="2825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282562"/>
                </a:solidFill>
              </a:endParaRPr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>
            <a:off x="2931458" y="4035276"/>
            <a:ext cx="9260541" cy="45719"/>
            <a:chOff x="-5" y="3288745"/>
            <a:chExt cx="12199444" cy="758959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-5" y="3288747"/>
              <a:ext cx="6051554" cy="758957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51549" y="3288745"/>
              <a:ext cx="6147890" cy="758957"/>
            </a:xfrm>
            <a:prstGeom prst="rect">
              <a:avLst/>
            </a:prstGeom>
          </p:spPr>
        </p:pic>
      </p:grpSp>
      <p:sp>
        <p:nvSpPr>
          <p:cNvPr id="22" name="Rectangle 5"/>
          <p:cNvSpPr/>
          <p:nvPr userDrawn="1"/>
        </p:nvSpPr>
        <p:spPr>
          <a:xfrm>
            <a:off x="0" y="97328"/>
            <a:ext cx="1930399" cy="6663331"/>
          </a:xfrm>
          <a:prstGeom prst="rect">
            <a:avLst/>
          </a:prstGeom>
          <a:solidFill>
            <a:srgbClr val="2825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166" y="313821"/>
            <a:ext cx="19325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gradFill>
                  <a:gsLst>
                    <a:gs pos="0">
                      <a:schemeClr val="bg1">
                        <a:alpha val="0"/>
                      </a:schemeClr>
                    </a:gs>
                    <a:gs pos="51000">
                      <a:srgbClr val="C5C5C5"/>
                    </a:gs>
                    <a:gs pos="100000">
                      <a:srgbClr val="C7C7C7"/>
                    </a:gs>
                    <a:gs pos="74000">
                      <a:schemeClr val="bg1"/>
                    </a:gs>
                  </a:gsLst>
                  <a:path path="circle">
                    <a:fillToRect l="100000" t="100000"/>
                  </a:path>
                </a:gradFill>
                <a:latin typeface="Arial" panose="020B0604020202090204" pitchFamily="34" charset="0"/>
                <a:ea typeface="Playfair Display Black" charset="0"/>
                <a:cs typeface="Arial" panose="020B0604020202090204" pitchFamily="34" charset="0"/>
              </a:rPr>
              <a:t>Department</a:t>
            </a:r>
            <a:endParaRPr lang="zh-CN" altLang="en-US" sz="2000" dirty="0">
              <a:gradFill>
                <a:gsLst>
                  <a:gs pos="0">
                    <a:schemeClr val="bg1">
                      <a:alpha val="0"/>
                    </a:schemeClr>
                  </a:gs>
                  <a:gs pos="51000">
                    <a:srgbClr val="C5C5C5"/>
                  </a:gs>
                  <a:gs pos="100000">
                    <a:srgbClr val="C7C7C7"/>
                  </a:gs>
                  <a:gs pos="74000">
                    <a:schemeClr val="bg1"/>
                  </a:gs>
                </a:gsLst>
                <a:path path="circle">
                  <a:fillToRect l="100000" t="100000"/>
                </a:path>
              </a:gradFill>
              <a:latin typeface="Arial" panose="020B0604020202090204" pitchFamily="34" charset="0"/>
              <a:ea typeface="Playfair Display Black" charset="0"/>
              <a:cs typeface="Arial" panose="020B0604020202090204" pitchFamily="34" charset="0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0" y="-7743"/>
            <a:ext cx="1930399" cy="104914"/>
          </a:xfrm>
          <a:prstGeom prst="rect">
            <a:avLst/>
          </a:prstGeom>
          <a:solidFill>
            <a:srgbClr val="C8242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 userDrawn="1"/>
        </p:nvSpPr>
        <p:spPr>
          <a:xfrm>
            <a:off x="0" y="6760671"/>
            <a:ext cx="1931996" cy="105073"/>
          </a:xfrm>
          <a:prstGeom prst="rect">
            <a:avLst/>
          </a:prstGeom>
          <a:solidFill>
            <a:srgbClr val="C8242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7" name="组合 36"/>
          <p:cNvGrpSpPr/>
          <p:nvPr userDrawn="1"/>
        </p:nvGrpSpPr>
        <p:grpSpPr>
          <a:xfrm>
            <a:off x="2166" y="1023999"/>
            <a:ext cx="1932532" cy="501662"/>
            <a:chOff x="-1066" y="2674949"/>
            <a:chExt cx="1932532" cy="501662"/>
          </a:xfrm>
        </p:grpSpPr>
        <p:sp>
          <p:nvSpPr>
            <p:cNvPr id="38" name="Rectangle 12"/>
            <p:cNvSpPr/>
            <p:nvPr/>
          </p:nvSpPr>
          <p:spPr>
            <a:xfrm>
              <a:off x="-1066" y="2674949"/>
              <a:ext cx="1926338" cy="501658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3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9" name="Rectangle 11"/>
            <p:cNvSpPr/>
            <p:nvPr/>
          </p:nvSpPr>
          <p:spPr>
            <a:xfrm>
              <a:off x="1885747" y="2674953"/>
              <a:ext cx="45719" cy="501658"/>
            </a:xfrm>
            <a:prstGeom prst="rect">
              <a:avLst/>
            </a:prstGeom>
            <a:solidFill>
              <a:srgbClr val="C824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52" name="文本占位符 51"/>
          <p:cNvSpPr>
            <a:spLocks noGrp="1"/>
          </p:cNvSpPr>
          <p:nvPr>
            <p:ph type="body" sz="quarter" idx="10" hasCustomPrompt="1"/>
          </p:nvPr>
        </p:nvSpPr>
        <p:spPr>
          <a:xfrm>
            <a:off x="2989885" y="2447846"/>
            <a:ext cx="8852291" cy="811623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4800" b="1">
                <a:solidFill>
                  <a:srgbClr val="2825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defRPr>
            </a:lvl1pPr>
          </a:lstStyle>
          <a:p>
            <a:pPr lvl="0"/>
            <a:r>
              <a:rPr lang="zh-CN" altLang="en-US" dirty="0"/>
              <a:t>康龙临床部门介绍</a:t>
            </a:r>
            <a:endParaRPr lang="zh-CN" altLang="en-US" dirty="0"/>
          </a:p>
        </p:txBody>
      </p:sp>
      <p:sp>
        <p:nvSpPr>
          <p:cNvPr id="54" name="文本占位符 53"/>
          <p:cNvSpPr>
            <a:spLocks noGrp="1"/>
          </p:cNvSpPr>
          <p:nvPr>
            <p:ph type="body" sz="quarter" idx="11" hasCustomPrompt="1"/>
          </p:nvPr>
        </p:nvSpPr>
        <p:spPr>
          <a:xfrm>
            <a:off x="-1" y="1773574"/>
            <a:ext cx="1926337" cy="398965"/>
          </a:xfrm>
          <a:prstGeom prst="rect">
            <a:avLst/>
          </a:prstGeom>
        </p:spPr>
        <p:txBody>
          <a:bodyPr lIns="216000" anchor="ctr"/>
          <a:lstStyle>
            <a:lvl1pPr marL="0" indent="0">
              <a:buNone/>
              <a:defRPr sz="1100" b="1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5pPr>
          </a:lstStyle>
          <a:p>
            <a:pPr lvl="0"/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65" name="图片占位符 64"/>
          <p:cNvSpPr>
            <a:spLocks noGrp="1"/>
          </p:cNvSpPr>
          <p:nvPr>
            <p:ph type="pic" sz="quarter" idx="19" hasCustomPrompt="1"/>
          </p:nvPr>
        </p:nvSpPr>
        <p:spPr>
          <a:xfrm>
            <a:off x="0" y="1023938"/>
            <a:ext cx="1884363" cy="5095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rgbClr val="2825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插入</a:t>
            </a:r>
            <a:r>
              <a:rPr lang="en-US" altLang="zh-CN" dirty="0"/>
              <a:t>LOGO</a:t>
            </a:r>
            <a:endParaRPr lang="zh-CN" altLang="en-US" dirty="0"/>
          </a:p>
        </p:txBody>
      </p:sp>
      <p:sp>
        <p:nvSpPr>
          <p:cNvPr id="68" name="文本占位符 53"/>
          <p:cNvSpPr>
            <a:spLocks noGrp="1"/>
          </p:cNvSpPr>
          <p:nvPr>
            <p:ph type="body" sz="quarter" idx="20" hasCustomPrompt="1"/>
          </p:nvPr>
        </p:nvSpPr>
        <p:spPr>
          <a:xfrm>
            <a:off x="-1" y="2261531"/>
            <a:ext cx="1926337" cy="398965"/>
          </a:xfrm>
          <a:prstGeom prst="rect">
            <a:avLst/>
          </a:prstGeom>
        </p:spPr>
        <p:txBody>
          <a:bodyPr lIns="216000" anchor="ctr"/>
          <a:lstStyle>
            <a:lvl1pPr marL="0" indent="0">
              <a:buNone/>
              <a:defRPr sz="1100" b="1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5pPr>
          </a:lstStyle>
          <a:p>
            <a:pPr lvl="0"/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0" name="文本占位符 53"/>
          <p:cNvSpPr>
            <a:spLocks noGrp="1"/>
          </p:cNvSpPr>
          <p:nvPr>
            <p:ph type="body" sz="quarter" idx="21" hasCustomPrompt="1"/>
          </p:nvPr>
        </p:nvSpPr>
        <p:spPr>
          <a:xfrm>
            <a:off x="-1" y="2749488"/>
            <a:ext cx="1926337" cy="398965"/>
          </a:xfrm>
          <a:prstGeom prst="rect">
            <a:avLst/>
          </a:prstGeom>
        </p:spPr>
        <p:txBody>
          <a:bodyPr lIns="216000" anchor="ctr"/>
          <a:lstStyle>
            <a:lvl1pPr marL="0" indent="0">
              <a:buNone/>
              <a:defRPr sz="1100" b="1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5pPr>
          </a:lstStyle>
          <a:p>
            <a:pPr lvl="0"/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1" name="文本占位符 53"/>
          <p:cNvSpPr>
            <a:spLocks noGrp="1"/>
          </p:cNvSpPr>
          <p:nvPr>
            <p:ph type="body" sz="quarter" idx="22" hasCustomPrompt="1"/>
          </p:nvPr>
        </p:nvSpPr>
        <p:spPr>
          <a:xfrm>
            <a:off x="-1" y="3237445"/>
            <a:ext cx="1926337" cy="398965"/>
          </a:xfrm>
          <a:prstGeom prst="rect">
            <a:avLst/>
          </a:prstGeom>
        </p:spPr>
        <p:txBody>
          <a:bodyPr lIns="216000" anchor="ctr"/>
          <a:lstStyle>
            <a:lvl1pPr marL="0" indent="0">
              <a:buNone/>
              <a:defRPr sz="1100" b="1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5pPr>
          </a:lstStyle>
          <a:p>
            <a:pPr lvl="0"/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2" name="文本占位符 53"/>
          <p:cNvSpPr>
            <a:spLocks noGrp="1"/>
          </p:cNvSpPr>
          <p:nvPr>
            <p:ph type="body" sz="quarter" idx="23" hasCustomPrompt="1"/>
          </p:nvPr>
        </p:nvSpPr>
        <p:spPr>
          <a:xfrm>
            <a:off x="-1" y="3725402"/>
            <a:ext cx="1926337" cy="398965"/>
          </a:xfrm>
          <a:prstGeom prst="rect">
            <a:avLst/>
          </a:prstGeom>
        </p:spPr>
        <p:txBody>
          <a:bodyPr lIns="216000" anchor="ctr"/>
          <a:lstStyle>
            <a:lvl1pPr marL="0" indent="0">
              <a:buNone/>
              <a:defRPr sz="1100" b="1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5pPr>
          </a:lstStyle>
          <a:p>
            <a:pPr lvl="0"/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3" name="文本占位符 53"/>
          <p:cNvSpPr>
            <a:spLocks noGrp="1"/>
          </p:cNvSpPr>
          <p:nvPr>
            <p:ph type="body" sz="quarter" idx="24" hasCustomPrompt="1"/>
          </p:nvPr>
        </p:nvSpPr>
        <p:spPr>
          <a:xfrm>
            <a:off x="-1" y="4213359"/>
            <a:ext cx="1926337" cy="398965"/>
          </a:xfrm>
          <a:prstGeom prst="rect">
            <a:avLst/>
          </a:prstGeom>
        </p:spPr>
        <p:txBody>
          <a:bodyPr lIns="216000" anchor="ctr"/>
          <a:lstStyle>
            <a:lvl1pPr marL="0" indent="0">
              <a:buNone/>
              <a:defRPr sz="1100" b="1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5pPr>
          </a:lstStyle>
          <a:p>
            <a:pPr lvl="0"/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4" name="文本占位符 53"/>
          <p:cNvSpPr>
            <a:spLocks noGrp="1"/>
          </p:cNvSpPr>
          <p:nvPr>
            <p:ph type="body" sz="quarter" idx="25" hasCustomPrompt="1"/>
          </p:nvPr>
        </p:nvSpPr>
        <p:spPr>
          <a:xfrm>
            <a:off x="-1" y="4701316"/>
            <a:ext cx="1926337" cy="398965"/>
          </a:xfrm>
          <a:prstGeom prst="rect">
            <a:avLst/>
          </a:prstGeom>
        </p:spPr>
        <p:txBody>
          <a:bodyPr lIns="216000" anchor="ctr"/>
          <a:lstStyle>
            <a:lvl1pPr marL="0" indent="0">
              <a:buNone/>
              <a:defRPr sz="1100" b="1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5pPr>
          </a:lstStyle>
          <a:p>
            <a:pPr lvl="0"/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5" name="文本占位符 53"/>
          <p:cNvSpPr>
            <a:spLocks noGrp="1"/>
          </p:cNvSpPr>
          <p:nvPr>
            <p:ph type="body" sz="quarter" idx="26" hasCustomPrompt="1"/>
          </p:nvPr>
        </p:nvSpPr>
        <p:spPr>
          <a:xfrm>
            <a:off x="-1" y="5189273"/>
            <a:ext cx="1926337" cy="398965"/>
          </a:xfrm>
          <a:prstGeom prst="rect">
            <a:avLst/>
          </a:prstGeom>
        </p:spPr>
        <p:txBody>
          <a:bodyPr lIns="216000" anchor="ctr"/>
          <a:lstStyle>
            <a:lvl1pPr marL="0" indent="0">
              <a:buNone/>
              <a:defRPr sz="1100" b="1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5pPr>
          </a:lstStyle>
          <a:p>
            <a:pPr lvl="0"/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7" name="文本占位符 53"/>
          <p:cNvSpPr>
            <a:spLocks noGrp="1"/>
          </p:cNvSpPr>
          <p:nvPr>
            <p:ph type="body" sz="quarter" idx="27" hasCustomPrompt="1"/>
          </p:nvPr>
        </p:nvSpPr>
        <p:spPr>
          <a:xfrm>
            <a:off x="-1" y="5677230"/>
            <a:ext cx="1926337" cy="398965"/>
          </a:xfrm>
          <a:prstGeom prst="rect">
            <a:avLst/>
          </a:prstGeom>
        </p:spPr>
        <p:txBody>
          <a:bodyPr lIns="216000" anchor="ctr"/>
          <a:lstStyle>
            <a:lvl1pPr marL="0" indent="0">
              <a:buNone/>
              <a:defRPr sz="1100" b="1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5pPr>
          </a:lstStyle>
          <a:p>
            <a:pPr lvl="0"/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8" name="文本占位符 53"/>
          <p:cNvSpPr>
            <a:spLocks noGrp="1"/>
          </p:cNvSpPr>
          <p:nvPr>
            <p:ph type="body" sz="quarter" idx="28" hasCustomPrompt="1"/>
          </p:nvPr>
        </p:nvSpPr>
        <p:spPr>
          <a:xfrm>
            <a:off x="-1" y="6165188"/>
            <a:ext cx="1926337" cy="398965"/>
          </a:xfrm>
          <a:prstGeom prst="rect">
            <a:avLst/>
          </a:prstGeom>
        </p:spPr>
        <p:txBody>
          <a:bodyPr lIns="216000" anchor="ctr"/>
          <a:lstStyle>
            <a:lvl1pPr marL="0" indent="0">
              <a:buNone/>
              <a:defRPr sz="1100" b="1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5pPr>
          </a:lstStyle>
          <a:p>
            <a:pPr lvl="0"/>
            <a:r>
              <a:rPr lang="zh-CN" altLang="en-US" dirty="0"/>
              <a:t>单击此处编辑标题</a:t>
            </a:r>
            <a:endParaRPr lang="zh-CN" altLang="en-US" dirty="0"/>
          </a:p>
        </p:txBody>
      </p:sp>
      <p:pic>
        <p:nvPicPr>
          <p:cNvPr id="49" name="图片 4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721"/>
          <a:stretch>
            <a:fillRect/>
          </a:stretch>
        </p:blipFill>
        <p:spPr>
          <a:xfrm>
            <a:off x="7479610" y="3248616"/>
            <a:ext cx="4712390" cy="25578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5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矩形 19"/>
          <p:cNvSpPr/>
          <p:nvPr userDrawn="1"/>
        </p:nvSpPr>
        <p:spPr>
          <a:xfrm>
            <a:off x="0" y="6739770"/>
            <a:ext cx="12192000" cy="117087"/>
          </a:xfrm>
          <a:prstGeom prst="rect">
            <a:avLst/>
          </a:prstGeom>
          <a:solidFill>
            <a:srgbClr val="28256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" name="组合 20"/>
          <p:cNvGrpSpPr/>
          <p:nvPr userDrawn="1"/>
        </p:nvGrpSpPr>
        <p:grpSpPr>
          <a:xfrm>
            <a:off x="-2" y="993606"/>
            <a:ext cx="12192002" cy="45719"/>
            <a:chOff x="-5" y="3288745"/>
            <a:chExt cx="12199444" cy="758957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-5" y="3290820"/>
              <a:ext cx="6051554" cy="756882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51549" y="3288745"/>
              <a:ext cx="6147890" cy="758957"/>
            </a:xfrm>
            <a:prstGeom prst="rect">
              <a:avLst/>
            </a:prstGeom>
          </p:spPr>
        </p:pic>
      </p:grpSp>
      <p:grpSp>
        <p:nvGrpSpPr>
          <p:cNvPr id="24" name="组合 23"/>
          <p:cNvGrpSpPr/>
          <p:nvPr userDrawn="1"/>
        </p:nvGrpSpPr>
        <p:grpSpPr>
          <a:xfrm>
            <a:off x="385329" y="351503"/>
            <a:ext cx="1504432" cy="424151"/>
            <a:chOff x="1327083" y="3300834"/>
            <a:chExt cx="2033007" cy="573174"/>
          </a:xfrm>
        </p:grpSpPr>
        <p:grpSp>
          <p:nvGrpSpPr>
            <p:cNvPr id="25" name="组合 24"/>
            <p:cNvGrpSpPr/>
            <p:nvPr/>
          </p:nvGrpSpPr>
          <p:grpSpPr>
            <a:xfrm>
              <a:off x="2001045" y="3300834"/>
              <a:ext cx="1359045" cy="558083"/>
              <a:chOff x="994012" y="3254687"/>
              <a:chExt cx="1359045" cy="558083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pic>
            <p:nvPicPr>
              <p:cNvPr id="27" name="图片 26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94012" y="3635782"/>
                <a:ext cx="1359044" cy="176988"/>
              </a:xfrm>
              <a:prstGeom prst="rect">
                <a:avLst/>
              </a:prstGeom>
              <a:effectLst/>
            </p:spPr>
          </p:pic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94013" y="3254687"/>
                <a:ext cx="1359044" cy="349025"/>
              </a:xfrm>
              <a:prstGeom prst="rect">
                <a:avLst/>
              </a:prstGeom>
            </p:spPr>
          </p:pic>
        </p:grpSp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7083" y="3300834"/>
              <a:ext cx="556581" cy="573174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30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1925272" y="1293944"/>
            <a:ext cx="10266728" cy="40011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单击此处编辑标题文本内容</a:t>
            </a:r>
            <a:endParaRPr lang="zh-CN" altLang="en-US" dirty="0"/>
          </a:p>
        </p:txBody>
      </p:sp>
      <p:sp>
        <p:nvSpPr>
          <p:cNvPr id="35" name="Rectangle 5"/>
          <p:cNvSpPr/>
          <p:nvPr userDrawn="1"/>
        </p:nvSpPr>
        <p:spPr>
          <a:xfrm>
            <a:off x="0" y="1093115"/>
            <a:ext cx="1930399" cy="5556458"/>
          </a:xfrm>
          <a:prstGeom prst="rect">
            <a:avLst/>
          </a:prstGeom>
          <a:solidFill>
            <a:srgbClr val="2825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矩形 35"/>
          <p:cNvSpPr/>
          <p:nvPr userDrawn="1"/>
        </p:nvSpPr>
        <p:spPr>
          <a:xfrm>
            <a:off x="0" y="1167713"/>
            <a:ext cx="19236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gradFill>
                  <a:gsLst>
                    <a:gs pos="0">
                      <a:schemeClr val="bg1">
                        <a:alpha val="0"/>
                      </a:schemeClr>
                    </a:gs>
                    <a:gs pos="51000">
                      <a:srgbClr val="C5C5C5"/>
                    </a:gs>
                    <a:gs pos="100000">
                      <a:srgbClr val="C7C7C7"/>
                    </a:gs>
                    <a:gs pos="74000">
                      <a:schemeClr val="bg1"/>
                    </a:gs>
                  </a:gsLst>
                  <a:path path="circle">
                    <a:fillToRect l="100000" t="100000"/>
                  </a:path>
                </a:gradFill>
                <a:latin typeface="Arial" panose="020B0604020202090204" pitchFamily="34" charset="0"/>
                <a:ea typeface="Playfair Display Black" charset="0"/>
                <a:cs typeface="Arial" panose="020B0604020202090204" pitchFamily="34" charset="0"/>
              </a:rPr>
              <a:t>Department</a:t>
            </a:r>
            <a:endParaRPr lang="zh-CN" altLang="en-US" sz="2000" dirty="0">
              <a:gradFill>
                <a:gsLst>
                  <a:gs pos="0">
                    <a:schemeClr val="bg1">
                      <a:alpha val="0"/>
                    </a:schemeClr>
                  </a:gs>
                  <a:gs pos="51000">
                    <a:srgbClr val="C5C5C5"/>
                  </a:gs>
                  <a:gs pos="100000">
                    <a:srgbClr val="C7C7C7"/>
                  </a:gs>
                  <a:gs pos="74000">
                    <a:schemeClr val="bg1"/>
                  </a:gs>
                </a:gsLst>
                <a:path path="circle">
                  <a:fillToRect l="100000" t="100000"/>
                </a:path>
              </a:gradFill>
              <a:latin typeface="Arial" panose="020B0604020202090204" pitchFamily="34" charset="0"/>
              <a:ea typeface="Playfair Display Black" charset="0"/>
              <a:cs typeface="Arial" panose="020B0604020202090204" pitchFamily="34" charset="0"/>
            </a:endParaRPr>
          </a:p>
        </p:txBody>
      </p:sp>
      <p:sp>
        <p:nvSpPr>
          <p:cNvPr id="37" name="矩形 36"/>
          <p:cNvSpPr/>
          <p:nvPr userDrawn="1"/>
        </p:nvSpPr>
        <p:spPr>
          <a:xfrm>
            <a:off x="-1066" y="1039325"/>
            <a:ext cx="1933062" cy="105073"/>
          </a:xfrm>
          <a:prstGeom prst="rect">
            <a:avLst/>
          </a:prstGeom>
          <a:solidFill>
            <a:srgbClr val="C8242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 userDrawn="1"/>
        </p:nvSpPr>
        <p:spPr>
          <a:xfrm>
            <a:off x="0" y="6634201"/>
            <a:ext cx="1931996" cy="105073"/>
          </a:xfrm>
          <a:prstGeom prst="rect">
            <a:avLst/>
          </a:prstGeom>
          <a:solidFill>
            <a:srgbClr val="C8242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文本占位符 53"/>
          <p:cNvSpPr>
            <a:spLocks noGrp="1"/>
          </p:cNvSpPr>
          <p:nvPr>
            <p:ph type="body" sz="quarter" idx="11" hasCustomPrompt="1"/>
          </p:nvPr>
        </p:nvSpPr>
        <p:spPr>
          <a:xfrm>
            <a:off x="-1" y="1773574"/>
            <a:ext cx="1926337" cy="398965"/>
          </a:xfrm>
          <a:prstGeom prst="rect">
            <a:avLst/>
          </a:prstGeom>
        </p:spPr>
        <p:txBody>
          <a:bodyPr lIns="216000" anchor="ctr"/>
          <a:lstStyle>
            <a:lvl1pPr marL="0" indent="0">
              <a:buNone/>
              <a:defRPr sz="11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宋体" pitchFamily="2" charset="-122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5pPr>
          </a:lstStyle>
          <a:p>
            <a:pPr lvl="0"/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0" name="文本占位符 53"/>
          <p:cNvSpPr>
            <a:spLocks noGrp="1"/>
          </p:cNvSpPr>
          <p:nvPr>
            <p:ph type="body" sz="quarter" idx="20" hasCustomPrompt="1"/>
          </p:nvPr>
        </p:nvSpPr>
        <p:spPr>
          <a:xfrm>
            <a:off x="-1" y="2261531"/>
            <a:ext cx="1926337" cy="398965"/>
          </a:xfrm>
          <a:prstGeom prst="rect">
            <a:avLst/>
          </a:prstGeom>
        </p:spPr>
        <p:txBody>
          <a:bodyPr lIns="216000" anchor="ctr"/>
          <a:lstStyle>
            <a:lvl1pPr marL="0" indent="0">
              <a:buNone/>
              <a:defRPr sz="1100" b="1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5pPr>
          </a:lstStyle>
          <a:p>
            <a:pPr lvl="0"/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1" name="文本占位符 53"/>
          <p:cNvSpPr>
            <a:spLocks noGrp="1"/>
          </p:cNvSpPr>
          <p:nvPr>
            <p:ph type="body" sz="quarter" idx="21" hasCustomPrompt="1"/>
          </p:nvPr>
        </p:nvSpPr>
        <p:spPr>
          <a:xfrm>
            <a:off x="-1" y="2749488"/>
            <a:ext cx="1926337" cy="398965"/>
          </a:xfrm>
          <a:prstGeom prst="rect">
            <a:avLst/>
          </a:prstGeom>
        </p:spPr>
        <p:txBody>
          <a:bodyPr lIns="216000" anchor="ctr"/>
          <a:lstStyle>
            <a:lvl1pPr marL="0" indent="0">
              <a:buNone/>
              <a:defRPr sz="1100" b="1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5pPr>
          </a:lstStyle>
          <a:p>
            <a:pPr lvl="0"/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2" name="文本占位符 53"/>
          <p:cNvSpPr>
            <a:spLocks noGrp="1"/>
          </p:cNvSpPr>
          <p:nvPr>
            <p:ph type="body" sz="quarter" idx="22" hasCustomPrompt="1"/>
          </p:nvPr>
        </p:nvSpPr>
        <p:spPr>
          <a:xfrm>
            <a:off x="-1" y="3237445"/>
            <a:ext cx="1926337" cy="398965"/>
          </a:xfrm>
          <a:prstGeom prst="rect">
            <a:avLst/>
          </a:prstGeom>
        </p:spPr>
        <p:txBody>
          <a:bodyPr lIns="216000" anchor="ctr"/>
          <a:lstStyle>
            <a:lvl1pPr marL="0" indent="0">
              <a:buNone/>
              <a:defRPr sz="1100" b="1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5pPr>
          </a:lstStyle>
          <a:p>
            <a:pPr lvl="0"/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3" name="文本占位符 53"/>
          <p:cNvSpPr>
            <a:spLocks noGrp="1"/>
          </p:cNvSpPr>
          <p:nvPr>
            <p:ph type="body" sz="quarter" idx="23" hasCustomPrompt="1"/>
          </p:nvPr>
        </p:nvSpPr>
        <p:spPr>
          <a:xfrm>
            <a:off x="-1" y="3725402"/>
            <a:ext cx="1926337" cy="398965"/>
          </a:xfrm>
          <a:prstGeom prst="rect">
            <a:avLst/>
          </a:prstGeom>
        </p:spPr>
        <p:txBody>
          <a:bodyPr lIns="216000" anchor="ctr"/>
          <a:lstStyle>
            <a:lvl1pPr marL="0" indent="0">
              <a:buNone/>
              <a:defRPr sz="1100" b="1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5pPr>
          </a:lstStyle>
          <a:p>
            <a:pPr lvl="0"/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4" name="文本占位符 53"/>
          <p:cNvSpPr>
            <a:spLocks noGrp="1"/>
          </p:cNvSpPr>
          <p:nvPr>
            <p:ph type="body" sz="quarter" idx="24" hasCustomPrompt="1"/>
          </p:nvPr>
        </p:nvSpPr>
        <p:spPr>
          <a:xfrm>
            <a:off x="-1" y="4213359"/>
            <a:ext cx="1926337" cy="398965"/>
          </a:xfrm>
          <a:prstGeom prst="rect">
            <a:avLst/>
          </a:prstGeom>
        </p:spPr>
        <p:txBody>
          <a:bodyPr lIns="216000" anchor="ctr"/>
          <a:lstStyle>
            <a:lvl1pPr marL="0" indent="0">
              <a:buNone/>
              <a:defRPr sz="1100" b="1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5pPr>
          </a:lstStyle>
          <a:p>
            <a:pPr lvl="0"/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5" name="文本占位符 53"/>
          <p:cNvSpPr>
            <a:spLocks noGrp="1"/>
          </p:cNvSpPr>
          <p:nvPr>
            <p:ph type="body" sz="quarter" idx="25" hasCustomPrompt="1"/>
          </p:nvPr>
        </p:nvSpPr>
        <p:spPr>
          <a:xfrm>
            <a:off x="-1" y="4701316"/>
            <a:ext cx="1926337" cy="398965"/>
          </a:xfrm>
          <a:prstGeom prst="rect">
            <a:avLst/>
          </a:prstGeom>
        </p:spPr>
        <p:txBody>
          <a:bodyPr lIns="216000" anchor="ctr"/>
          <a:lstStyle>
            <a:lvl1pPr marL="0" indent="0">
              <a:buNone/>
              <a:defRPr sz="1100" b="1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5pPr>
          </a:lstStyle>
          <a:p>
            <a:pPr lvl="0"/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6" name="文本占位符 53"/>
          <p:cNvSpPr>
            <a:spLocks noGrp="1"/>
          </p:cNvSpPr>
          <p:nvPr>
            <p:ph type="body" sz="quarter" idx="26" hasCustomPrompt="1"/>
          </p:nvPr>
        </p:nvSpPr>
        <p:spPr>
          <a:xfrm>
            <a:off x="-1" y="5189273"/>
            <a:ext cx="1926337" cy="398965"/>
          </a:xfrm>
          <a:prstGeom prst="rect">
            <a:avLst/>
          </a:prstGeom>
        </p:spPr>
        <p:txBody>
          <a:bodyPr lIns="216000" anchor="ctr"/>
          <a:lstStyle>
            <a:lvl1pPr marL="0" indent="0">
              <a:buNone/>
              <a:defRPr sz="1100" b="1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5pPr>
          </a:lstStyle>
          <a:p>
            <a:pPr lvl="0"/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7" name="文本占位符 53"/>
          <p:cNvSpPr>
            <a:spLocks noGrp="1"/>
          </p:cNvSpPr>
          <p:nvPr>
            <p:ph type="body" sz="quarter" idx="27" hasCustomPrompt="1"/>
          </p:nvPr>
        </p:nvSpPr>
        <p:spPr>
          <a:xfrm>
            <a:off x="-1" y="5677230"/>
            <a:ext cx="1926337" cy="398965"/>
          </a:xfrm>
          <a:prstGeom prst="rect">
            <a:avLst/>
          </a:prstGeom>
        </p:spPr>
        <p:txBody>
          <a:bodyPr lIns="216000" anchor="ctr"/>
          <a:lstStyle>
            <a:lvl1pPr marL="0" indent="0">
              <a:buNone/>
              <a:defRPr sz="1100" b="1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5pPr>
          </a:lstStyle>
          <a:p>
            <a:pPr lvl="0"/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8" name="文本占位符 53"/>
          <p:cNvSpPr>
            <a:spLocks noGrp="1"/>
          </p:cNvSpPr>
          <p:nvPr>
            <p:ph type="body" sz="quarter" idx="28" hasCustomPrompt="1"/>
          </p:nvPr>
        </p:nvSpPr>
        <p:spPr>
          <a:xfrm>
            <a:off x="-1" y="6165188"/>
            <a:ext cx="1926337" cy="398965"/>
          </a:xfrm>
          <a:prstGeom prst="rect">
            <a:avLst/>
          </a:prstGeom>
        </p:spPr>
        <p:txBody>
          <a:bodyPr lIns="216000" anchor="ctr"/>
          <a:lstStyle>
            <a:lvl1pPr marL="0" indent="0">
              <a:buNone/>
              <a:defRPr sz="1100" b="1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  <a:latin typeface="宋体" pitchFamily="2" charset="-122"/>
                <a:ea typeface="宋体" pitchFamily="2" charset="-122"/>
              </a:defRPr>
            </a:lvl5pPr>
          </a:lstStyle>
          <a:p>
            <a:pPr lvl="0"/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29" name="内容占位符 3"/>
          <p:cNvSpPr>
            <a:spLocks noGrp="1"/>
          </p:cNvSpPr>
          <p:nvPr>
            <p:ph sz="quarter" idx="29"/>
          </p:nvPr>
        </p:nvSpPr>
        <p:spPr>
          <a:xfrm>
            <a:off x="2233914" y="1920875"/>
            <a:ext cx="9606986" cy="40290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31" name="文本框 30"/>
          <p:cNvSpPr txBox="1"/>
          <p:nvPr userDrawn="1"/>
        </p:nvSpPr>
        <p:spPr>
          <a:xfrm>
            <a:off x="7635711" y="6144803"/>
            <a:ext cx="4332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000" dirty="0">
                <a:gradFill>
                  <a:gsLst>
                    <a:gs pos="0">
                      <a:schemeClr val="bg1">
                        <a:alpha val="0"/>
                      </a:schemeClr>
                    </a:gs>
                    <a:gs pos="51000">
                      <a:srgbClr val="C5C5C5"/>
                    </a:gs>
                    <a:gs pos="100000">
                      <a:srgbClr val="C7C7C7"/>
                    </a:gs>
                    <a:gs pos="74000">
                      <a:schemeClr val="bg1"/>
                    </a:gs>
                  </a:gsLst>
                  <a:path path="circle">
                    <a:fillToRect l="100000" t="100000"/>
                  </a:path>
                </a:gradFill>
                <a:latin typeface="Arial" panose="020B0604020202090204" pitchFamily="34" charset="0"/>
                <a:ea typeface="Playfair Display Black" charset="0"/>
                <a:cs typeface="Arial" panose="020B0604020202090204" pitchFamily="34" charset="0"/>
              </a:rPr>
              <a:t>PHARMARON CLINICAL</a:t>
            </a:r>
            <a:endParaRPr lang="en-US" altLang="zh-CN" sz="2000" dirty="0">
              <a:gradFill>
                <a:gsLst>
                  <a:gs pos="0">
                    <a:schemeClr val="bg1">
                      <a:alpha val="0"/>
                    </a:schemeClr>
                  </a:gs>
                  <a:gs pos="51000">
                    <a:srgbClr val="C5C5C5"/>
                  </a:gs>
                  <a:gs pos="100000">
                    <a:srgbClr val="C7C7C7"/>
                  </a:gs>
                  <a:gs pos="74000">
                    <a:schemeClr val="bg1"/>
                  </a:gs>
                </a:gsLst>
                <a:path path="circle">
                  <a:fillToRect l="100000" t="100000"/>
                </a:path>
              </a:gradFill>
              <a:latin typeface="Arial" panose="020B0604020202090204" pitchFamily="34" charset="0"/>
              <a:ea typeface="Playfair Display Black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答谢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983"/>
          <a:stretch>
            <a:fillRect/>
          </a:stretch>
        </p:blipFill>
        <p:spPr>
          <a:xfrm>
            <a:off x="2852458" y="962381"/>
            <a:ext cx="6487083" cy="350411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568" y="311750"/>
            <a:ext cx="1775615" cy="4799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 userDrawn="1"/>
        </p:nvGrpSpPr>
        <p:grpSpPr>
          <a:xfrm>
            <a:off x="12760960" y="0"/>
            <a:ext cx="1801792" cy="2892186"/>
            <a:chOff x="4294208" y="1296364"/>
            <a:chExt cx="1801792" cy="2892186"/>
          </a:xfrm>
        </p:grpSpPr>
        <p:grpSp>
          <p:nvGrpSpPr>
            <p:cNvPr id="18" name="组合 17"/>
            <p:cNvGrpSpPr/>
            <p:nvPr userDrawn="1"/>
          </p:nvGrpSpPr>
          <p:grpSpPr>
            <a:xfrm>
              <a:off x="4294208" y="1674359"/>
              <a:ext cx="1801792" cy="246221"/>
              <a:chOff x="4294208" y="1869785"/>
              <a:chExt cx="1801792" cy="246221"/>
            </a:xfrm>
          </p:grpSpPr>
          <p:sp>
            <p:nvSpPr>
              <p:cNvPr id="3" name="矩形 2"/>
              <p:cNvSpPr>
                <a:spLocks noChangeAspect="1"/>
              </p:cNvSpPr>
              <p:nvPr userDrawn="1"/>
            </p:nvSpPr>
            <p:spPr>
              <a:xfrm>
                <a:off x="4294208" y="1884895"/>
                <a:ext cx="216000" cy="216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文本框 8"/>
              <p:cNvSpPr txBox="1"/>
              <p:nvPr userDrawn="1"/>
            </p:nvSpPr>
            <p:spPr>
              <a:xfrm>
                <a:off x="4510208" y="1869785"/>
                <a:ext cx="158579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000" dirty="0">
                    <a:solidFill>
                      <a:schemeClr val="tx2"/>
                    </a:solidFill>
                  </a:rPr>
                  <a:t>200,36,43       #C82428</a:t>
                </a:r>
                <a:endParaRPr lang="zh-CN" altLang="en-US" sz="1000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25" name="组合 24"/>
            <p:cNvGrpSpPr/>
            <p:nvPr userDrawn="1"/>
          </p:nvGrpSpPr>
          <p:grpSpPr>
            <a:xfrm>
              <a:off x="4294208" y="1296364"/>
              <a:ext cx="1801792" cy="246221"/>
              <a:chOff x="4294208" y="1296364"/>
              <a:chExt cx="1801792" cy="246221"/>
            </a:xfrm>
          </p:grpSpPr>
          <p:sp>
            <p:nvSpPr>
              <p:cNvPr id="2" name="矩形 1"/>
              <p:cNvSpPr>
                <a:spLocks noChangeAspect="1"/>
              </p:cNvSpPr>
              <p:nvPr userDrawn="1"/>
            </p:nvSpPr>
            <p:spPr>
              <a:xfrm>
                <a:off x="4294208" y="1311474"/>
                <a:ext cx="216000" cy="216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" name="文本框 9"/>
              <p:cNvSpPr txBox="1"/>
              <p:nvPr userDrawn="1"/>
            </p:nvSpPr>
            <p:spPr>
              <a:xfrm>
                <a:off x="4510208" y="1296364"/>
                <a:ext cx="158579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000" dirty="0">
                    <a:solidFill>
                      <a:schemeClr val="tx2"/>
                    </a:solidFill>
                  </a:rPr>
                  <a:t>40,37,98</a:t>
                </a:r>
                <a:r>
                  <a:rPr lang="zh-CN" altLang="en-US" sz="1000" dirty="0">
                    <a:solidFill>
                      <a:schemeClr val="tx2"/>
                    </a:solidFill>
                  </a:rPr>
                  <a:t>         </a:t>
                </a:r>
                <a:r>
                  <a:rPr lang="en-US" altLang="zh-CN" sz="1000" dirty="0">
                    <a:solidFill>
                      <a:schemeClr val="tx2"/>
                    </a:solidFill>
                  </a:rPr>
                  <a:t>#282562</a:t>
                </a:r>
                <a:endParaRPr lang="zh-CN" altLang="en-US" sz="1000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19" name="组合 18"/>
            <p:cNvGrpSpPr/>
            <p:nvPr userDrawn="1"/>
          </p:nvGrpSpPr>
          <p:grpSpPr>
            <a:xfrm>
              <a:off x="4294208" y="2052354"/>
              <a:ext cx="1801792" cy="246221"/>
              <a:chOff x="4294208" y="2446341"/>
              <a:chExt cx="1801792" cy="246221"/>
            </a:xfrm>
          </p:grpSpPr>
          <p:sp>
            <p:nvSpPr>
              <p:cNvPr id="4" name="矩形 3"/>
              <p:cNvSpPr>
                <a:spLocks noChangeAspect="1"/>
              </p:cNvSpPr>
              <p:nvPr userDrawn="1"/>
            </p:nvSpPr>
            <p:spPr>
              <a:xfrm>
                <a:off x="4294208" y="2461451"/>
                <a:ext cx="216000" cy="216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文本框 10"/>
              <p:cNvSpPr txBox="1"/>
              <p:nvPr userDrawn="1"/>
            </p:nvSpPr>
            <p:spPr>
              <a:xfrm>
                <a:off x="4510208" y="2446341"/>
                <a:ext cx="158579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000" dirty="0">
                    <a:solidFill>
                      <a:schemeClr val="tx2"/>
                    </a:solidFill>
                  </a:rPr>
                  <a:t>165,165,165</a:t>
                </a:r>
                <a:r>
                  <a:rPr lang="zh-CN" altLang="en-US" sz="1000" dirty="0">
                    <a:solidFill>
                      <a:schemeClr val="tx2"/>
                    </a:solidFill>
                  </a:rPr>
                  <a:t>    </a:t>
                </a:r>
                <a:r>
                  <a:rPr lang="en-US" altLang="zh-CN" sz="1000" dirty="0">
                    <a:solidFill>
                      <a:schemeClr val="tx2"/>
                    </a:solidFill>
                  </a:rPr>
                  <a:t>#A5A5A5</a:t>
                </a:r>
                <a:endParaRPr lang="zh-CN" altLang="en-US" sz="1000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21" name="组合 20"/>
            <p:cNvGrpSpPr/>
            <p:nvPr userDrawn="1"/>
          </p:nvGrpSpPr>
          <p:grpSpPr>
            <a:xfrm>
              <a:off x="4294208" y="2808344"/>
              <a:ext cx="1801792" cy="246221"/>
              <a:chOff x="4294208" y="3591061"/>
              <a:chExt cx="1801792" cy="246221"/>
            </a:xfrm>
          </p:grpSpPr>
          <p:sp>
            <p:nvSpPr>
              <p:cNvPr id="6" name="矩形 5"/>
              <p:cNvSpPr>
                <a:spLocks noChangeAspect="1"/>
              </p:cNvSpPr>
              <p:nvPr userDrawn="1"/>
            </p:nvSpPr>
            <p:spPr>
              <a:xfrm>
                <a:off x="4294208" y="3606171"/>
                <a:ext cx="216000" cy="216000"/>
              </a:xfrm>
              <a:prstGeom prst="rect">
                <a:avLst/>
              </a:prstGeom>
              <a:solidFill>
                <a:srgbClr val="49711D"/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92D050"/>
                  </a:solidFill>
                </a:endParaRPr>
              </a:p>
            </p:txBody>
          </p:sp>
          <p:sp>
            <p:nvSpPr>
              <p:cNvPr id="13" name="文本框 12"/>
              <p:cNvSpPr txBox="1"/>
              <p:nvPr userDrawn="1"/>
            </p:nvSpPr>
            <p:spPr>
              <a:xfrm>
                <a:off x="4510208" y="3591061"/>
                <a:ext cx="158579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000" dirty="0">
                    <a:solidFill>
                      <a:schemeClr val="tx2"/>
                    </a:solidFill>
                  </a:rPr>
                  <a:t>73,113,29      #49711D</a:t>
                </a:r>
                <a:endParaRPr lang="zh-CN" altLang="en-US" sz="1000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20" name="组合 19"/>
            <p:cNvGrpSpPr/>
            <p:nvPr userDrawn="1"/>
          </p:nvGrpSpPr>
          <p:grpSpPr>
            <a:xfrm>
              <a:off x="4294208" y="2430349"/>
              <a:ext cx="1801792" cy="246221"/>
              <a:chOff x="4294208" y="3017109"/>
              <a:chExt cx="1801792" cy="246221"/>
            </a:xfrm>
          </p:grpSpPr>
          <p:sp>
            <p:nvSpPr>
              <p:cNvPr id="5" name="矩形 4"/>
              <p:cNvSpPr>
                <a:spLocks noChangeAspect="1"/>
              </p:cNvSpPr>
              <p:nvPr userDrawn="1"/>
            </p:nvSpPr>
            <p:spPr>
              <a:xfrm>
                <a:off x="4294208" y="3032219"/>
                <a:ext cx="216000" cy="216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文本框 13"/>
              <p:cNvSpPr txBox="1"/>
              <p:nvPr userDrawn="1"/>
            </p:nvSpPr>
            <p:spPr>
              <a:xfrm>
                <a:off x="4510208" y="3017109"/>
                <a:ext cx="158579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000" dirty="0">
                    <a:solidFill>
                      <a:schemeClr val="tx2"/>
                    </a:solidFill>
                  </a:rPr>
                  <a:t>91,155,21        #5B9BD5</a:t>
                </a:r>
                <a:endParaRPr lang="zh-CN" altLang="en-US" sz="1000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22" name="组合 21"/>
            <p:cNvGrpSpPr/>
            <p:nvPr userDrawn="1"/>
          </p:nvGrpSpPr>
          <p:grpSpPr>
            <a:xfrm>
              <a:off x="4294208" y="3186339"/>
              <a:ext cx="1801792" cy="246221"/>
              <a:chOff x="4294208" y="4167616"/>
              <a:chExt cx="1801792" cy="246221"/>
            </a:xfrm>
          </p:grpSpPr>
          <p:sp>
            <p:nvSpPr>
              <p:cNvPr id="7" name="矩形 6"/>
              <p:cNvSpPr>
                <a:spLocks noChangeAspect="1"/>
              </p:cNvSpPr>
              <p:nvPr userDrawn="1"/>
            </p:nvSpPr>
            <p:spPr>
              <a:xfrm>
                <a:off x="4294208" y="4182726"/>
                <a:ext cx="216000" cy="216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文本框 14"/>
              <p:cNvSpPr txBox="1"/>
              <p:nvPr userDrawn="1"/>
            </p:nvSpPr>
            <p:spPr>
              <a:xfrm>
                <a:off x="4510208" y="4167616"/>
                <a:ext cx="158579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000" dirty="0">
                    <a:solidFill>
                      <a:schemeClr val="tx2"/>
                    </a:solidFill>
                  </a:rPr>
                  <a:t>255,192,0        #FFC000</a:t>
                </a:r>
                <a:endParaRPr lang="zh-CN" altLang="en-US" sz="1000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23" name="组合 22"/>
            <p:cNvGrpSpPr/>
            <p:nvPr userDrawn="1"/>
          </p:nvGrpSpPr>
          <p:grpSpPr>
            <a:xfrm>
              <a:off x="4294208" y="3564334"/>
              <a:ext cx="1801792" cy="246221"/>
              <a:chOff x="4294208" y="4738382"/>
              <a:chExt cx="1801792" cy="246221"/>
            </a:xfrm>
          </p:grpSpPr>
          <p:sp>
            <p:nvSpPr>
              <p:cNvPr id="8" name="矩形 7"/>
              <p:cNvSpPr>
                <a:spLocks noChangeAspect="1"/>
              </p:cNvSpPr>
              <p:nvPr userDrawn="1"/>
            </p:nvSpPr>
            <p:spPr>
              <a:xfrm>
                <a:off x="4294208" y="4753492"/>
                <a:ext cx="216000" cy="216000"/>
              </a:xfrm>
              <a:prstGeom prst="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文本框 15"/>
              <p:cNvSpPr txBox="1"/>
              <p:nvPr userDrawn="1"/>
            </p:nvSpPr>
            <p:spPr>
              <a:xfrm>
                <a:off x="4510208" y="4738382"/>
                <a:ext cx="158579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000" dirty="0">
                    <a:solidFill>
                      <a:schemeClr val="tx2"/>
                    </a:solidFill>
                  </a:rPr>
                  <a:t>112,48,160      #7030A0</a:t>
                </a:r>
                <a:endParaRPr lang="zh-CN" altLang="en-US" sz="1000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24" name="组合 23"/>
            <p:cNvGrpSpPr/>
            <p:nvPr userDrawn="1"/>
          </p:nvGrpSpPr>
          <p:grpSpPr>
            <a:xfrm>
              <a:off x="4294208" y="3942329"/>
              <a:ext cx="1801792" cy="246221"/>
              <a:chOff x="4294208" y="5314936"/>
              <a:chExt cx="1801792" cy="246221"/>
            </a:xfrm>
          </p:grpSpPr>
          <p:sp>
            <p:nvSpPr>
              <p:cNvPr id="12" name="矩形 11"/>
              <p:cNvSpPr>
                <a:spLocks noChangeAspect="1"/>
              </p:cNvSpPr>
              <p:nvPr userDrawn="1"/>
            </p:nvSpPr>
            <p:spPr>
              <a:xfrm>
                <a:off x="4294208" y="5330046"/>
                <a:ext cx="216000" cy="216000"/>
              </a:xfrm>
              <a:prstGeom prst="rect">
                <a:avLst/>
              </a:prstGeom>
              <a:solidFill>
                <a:srgbClr val="44546A"/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2"/>
                  </a:solidFill>
                </a:endParaRPr>
              </a:p>
            </p:txBody>
          </p:sp>
          <p:sp>
            <p:nvSpPr>
              <p:cNvPr id="17" name="文本框 16"/>
              <p:cNvSpPr txBox="1"/>
              <p:nvPr userDrawn="1"/>
            </p:nvSpPr>
            <p:spPr>
              <a:xfrm>
                <a:off x="4510208" y="5314936"/>
                <a:ext cx="158579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000" dirty="0">
                    <a:solidFill>
                      <a:schemeClr val="tx2"/>
                    </a:solidFill>
                  </a:rPr>
                  <a:t>68,84,106       #445460</a:t>
                </a:r>
                <a:endParaRPr lang="zh-CN" altLang="en-US" sz="1000" dirty="0">
                  <a:solidFill>
                    <a:schemeClr val="tx2"/>
                  </a:solidFill>
                </a:endParaRPr>
              </a:p>
            </p:txBody>
          </p:sp>
        </p:grpSp>
      </p:grpSp>
      <p:sp>
        <p:nvSpPr>
          <p:cNvPr id="28" name="Slide Number Placeholder 27"/>
          <p:cNvSpPr>
            <a:spLocks noGrp="1"/>
          </p:cNvSpPr>
          <p:nvPr>
            <p:ph type="sldNum" sz="quarter" idx="4"/>
          </p:nvPr>
        </p:nvSpPr>
        <p:spPr>
          <a:xfrm>
            <a:off x="206827" y="6346371"/>
            <a:ext cx="446316" cy="3533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rgbClr val="282562"/>
                </a:solidFill>
              </a:defRPr>
            </a:lvl1pPr>
          </a:lstStyle>
          <a:p>
            <a:fld id="{DD664289-9D17-A940-A260-00AA4B664C4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tags" Target="../tags/tag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tags" Target="../tags/tag3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4.xml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5.xml"/><Relationship Id="rId1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tags" Target="../tags/tag6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7.xml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8.xml"/><Relationship Id="rId1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9.xml"/><Relationship Id="rId1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0.xml"/><Relationship Id="rId1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1.xml"/><Relationship Id="rId1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2.xml"/><Relationship Id="rId1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3.xml"/><Relationship Id="rId1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4.xml"/><Relationship Id="rId1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tags" Target="../tags/tag15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zh-CN" altLang="en-US" sz="4800" dirty="0"/>
              <a:t>酶</a:t>
            </a:r>
            <a:r>
              <a:rPr lang="zh-CN" altLang="en-US" sz="4800" dirty="0"/>
              <a:t>数据库</a:t>
            </a:r>
            <a:endParaRPr lang="zh-CN" altLang="en-US" sz="48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3054350" y="3631679"/>
            <a:ext cx="9137650" cy="639014"/>
          </a:xfrm>
        </p:spPr>
        <p:txBody>
          <a:bodyPr anchor="b" anchorCtr="0">
            <a:normAutofit fontScale="97500" lnSpcReduction="20000"/>
          </a:bodyPr>
          <a:lstStyle/>
          <a:p>
            <a:pPr algn="r"/>
            <a:r>
              <a:rPr lang="zh-CN" altLang="en-US" dirty="0"/>
              <a:t>用户手册</a:t>
            </a:r>
            <a:r>
              <a:rPr lang="en-US" altLang="zh-CN" dirty="0"/>
              <a:t>-V1.0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5195209" y="2190279"/>
            <a:ext cx="532135" cy="514619"/>
          </a:xfrm>
        </p:spPr>
        <p:txBody>
          <a:bodyPr/>
          <a:lstStyle/>
          <a:p>
            <a:r>
              <a:rPr lang="en-US" altLang="zh-CN" sz="2400" dirty="0">
                <a:latin typeface="宋体" pitchFamily="2" charset="-122"/>
                <a:ea typeface="宋体" pitchFamily="2" charset="-122"/>
              </a:rPr>
              <a:t>01</a:t>
            </a:r>
            <a:endParaRPr lang="en-US" altLang="zh-CN" sz="24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5879744" y="2190279"/>
            <a:ext cx="3130624" cy="514619"/>
          </a:xfrm>
        </p:spPr>
        <p:txBody>
          <a:bodyPr/>
          <a:lstStyle/>
          <a:p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引言</a:t>
            </a:r>
            <a:endParaRPr lang="zh-CN" altLang="en-US" sz="24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2"/>
          </p:nvPr>
        </p:nvSpPr>
        <p:spPr>
          <a:xfrm>
            <a:off x="5195209" y="3189521"/>
            <a:ext cx="532135" cy="514619"/>
          </a:xfrm>
        </p:spPr>
        <p:txBody>
          <a:bodyPr/>
          <a:lstStyle/>
          <a:p>
            <a:r>
              <a:rPr lang="en-US" altLang="zh-CN" sz="2400" dirty="0">
                <a:latin typeface="宋体" pitchFamily="2" charset="-122"/>
                <a:ea typeface="宋体" pitchFamily="2" charset="-122"/>
              </a:rPr>
              <a:t>02</a:t>
            </a:r>
            <a:endParaRPr lang="zh-CN" altLang="en-US" sz="24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5879465" y="3189605"/>
            <a:ext cx="5943600" cy="514350"/>
          </a:xfrm>
        </p:spPr>
        <p:txBody>
          <a:bodyPr/>
          <a:lstStyle/>
          <a:p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使用介绍：数据查询、</a:t>
            </a: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数据管理</a:t>
            </a:r>
            <a:endParaRPr lang="zh-CN" altLang="en-US" sz="24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4"/>
          </p:nvPr>
        </p:nvSpPr>
        <p:spPr>
          <a:xfrm>
            <a:off x="5195209" y="4200495"/>
            <a:ext cx="532135" cy="514619"/>
          </a:xfrm>
        </p:spPr>
        <p:txBody>
          <a:bodyPr/>
          <a:lstStyle/>
          <a:p>
            <a:r>
              <a:rPr lang="en-US" altLang="zh-CN" sz="2400" dirty="0">
                <a:latin typeface="宋体" pitchFamily="2" charset="-122"/>
                <a:ea typeface="宋体" pitchFamily="2" charset="-122"/>
              </a:rPr>
              <a:t>03</a:t>
            </a:r>
            <a:endParaRPr lang="zh-CN" altLang="en-US" sz="24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5"/>
          </p:nvPr>
        </p:nvSpPr>
        <p:spPr>
          <a:xfrm>
            <a:off x="5879744" y="4200495"/>
            <a:ext cx="3827310" cy="514619"/>
          </a:xfrm>
        </p:spPr>
        <p:txBody>
          <a:bodyPr/>
          <a:lstStyle/>
          <a:p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用户</a:t>
            </a: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管理</a:t>
            </a:r>
            <a:endParaRPr lang="zh-CN" altLang="en-US" sz="2400" dirty="0"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引言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9"/>
          <p:cNvSpPr>
            <a:spLocks noGrp="1"/>
          </p:cNvSpPr>
          <p:nvPr/>
        </p:nvSpPr>
        <p:spPr>
          <a:xfrm>
            <a:off x="304801" y="97971"/>
            <a:ext cx="8341846" cy="402771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lang="zh-CN" altLang="en-US" sz="3200" b="1" kern="1200" dirty="0" smtClean="0">
                <a:solidFill>
                  <a:srgbClr val="28256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</a:defRPr>
            </a:lvl1pPr>
            <a:lvl2pPr marL="4572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400" dirty="0"/>
              <a:t>Part</a:t>
            </a:r>
            <a:r>
              <a:rPr lang="zh-CN" altLang="en-US" sz="2400" dirty="0"/>
              <a:t> </a:t>
            </a:r>
            <a:r>
              <a:rPr lang="en-US" altLang="zh-CN" sz="2400" dirty="0"/>
              <a:t>01</a:t>
            </a:r>
            <a:r>
              <a:rPr lang="zh-CN" altLang="en-US" sz="2400" dirty="0"/>
              <a:t> 引言</a:t>
            </a:r>
            <a:endParaRPr lang="zh-CN" altLang="en-US" sz="2400" dirty="0">
              <a:latin typeface="+mj-lt"/>
            </a:endParaRP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4"/>
          </p:nvPr>
        </p:nvSpPr>
        <p:spPr>
          <a:xfrm>
            <a:off x="206827" y="6346371"/>
            <a:ext cx="327045" cy="353332"/>
          </a:xfrm>
        </p:spPr>
        <p:txBody>
          <a:bodyPr/>
          <a:lstStyle/>
          <a:p>
            <a:fld id="{DD664289-9D17-A940-A260-00AA4B664C4B}" type="slidenum">
              <a:rPr lang="en-US" smtClean="0"/>
            </a:fld>
            <a:endParaRPr 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304796" y="846278"/>
            <a:ext cx="1524000" cy="369331"/>
            <a:chOff x="681009" y="685352"/>
            <a:chExt cx="1524000" cy="369331"/>
          </a:xfrm>
        </p:grpSpPr>
        <p:sp>
          <p:nvSpPr>
            <p:cNvPr id="5" name="文本框 4"/>
            <p:cNvSpPr txBox="1"/>
            <p:nvPr/>
          </p:nvSpPr>
          <p:spPr>
            <a:xfrm>
              <a:off x="681009" y="685352"/>
              <a:ext cx="15240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b="1" dirty="0">
                  <a:solidFill>
                    <a:srgbClr val="282462"/>
                  </a:solidFill>
                  <a:sym typeface="+mn-ea"/>
                </a:rPr>
                <a:t>运行</a:t>
              </a:r>
              <a:r>
                <a:rPr kumimoji="1" lang="zh-CN" altLang="en-US" b="1" dirty="0">
                  <a:solidFill>
                    <a:srgbClr val="C00000"/>
                  </a:solidFill>
                  <a:sym typeface="+mn-ea"/>
                </a:rPr>
                <a:t>环境</a:t>
              </a:r>
              <a:endParaRPr kumimoji="1" lang="zh-CN" alt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770344" y="1018683"/>
              <a:ext cx="432000" cy="36000"/>
            </a:xfrm>
            <a:prstGeom prst="rect">
              <a:avLst/>
            </a:prstGeom>
            <a:solidFill>
              <a:srgbClr val="2824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34035" y="1494790"/>
            <a:ext cx="10809605" cy="156845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zh-CN" sz="1600" dirty="0">
                <a:solidFill>
                  <a:srgbClr val="000000"/>
                </a:solidFill>
                <a:effectLst/>
                <a:latin typeface="+mn-ea"/>
              </a:rPr>
              <a:t>通过</a:t>
            </a:r>
            <a:r>
              <a:rPr lang="zh-CN" altLang="en-US" sz="1600" dirty="0">
                <a:solidFill>
                  <a:srgbClr val="000000"/>
                </a:solidFill>
                <a:effectLst/>
                <a:latin typeface="+mn-ea"/>
              </a:rPr>
              <a:t>宁波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+mn-ea"/>
              </a:rPr>
              <a:t>UAT</a:t>
            </a:r>
            <a:r>
              <a:rPr lang="zh-CN" altLang="en-US" sz="1600" dirty="0">
                <a:solidFill>
                  <a:srgbClr val="000000"/>
                </a:solidFill>
                <a:effectLst/>
                <a:latin typeface="+mn-ea"/>
              </a:rPr>
              <a:t>环境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+mn-ea"/>
              </a:rPr>
              <a:t>实现登录，供用户使用。</a:t>
            </a:r>
            <a:endParaRPr lang="zh-CN" altLang="zh-CN" sz="1600" dirty="0">
              <a:solidFill>
                <a:srgbClr val="000000"/>
              </a:solidFill>
              <a:effectLst/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effectLst/>
                <a:latin typeface="+mn-ea"/>
              </a:rPr>
              <a:t>不允许在康龙公司内网环境之外访问。</a:t>
            </a:r>
            <a:endParaRPr lang="zh-CN" altLang="en-US" sz="1600" dirty="0">
              <a:solidFill>
                <a:srgbClr val="000000"/>
              </a:solidFill>
              <a:effectLst/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effectLst/>
                <a:latin typeface="+mn-ea"/>
              </a:rPr>
              <a:t>即使是</a:t>
            </a:r>
            <a:r>
              <a:rPr lang="zh-CN" altLang="en-US" sz="1600" dirty="0">
                <a:solidFill>
                  <a:srgbClr val="000000"/>
                </a:solidFill>
                <a:effectLst/>
                <a:latin typeface="+mn-ea"/>
                <a:sym typeface="+mn-ea"/>
              </a:rPr>
              <a:t>康龙公司内网，非宁波网络需通过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+mn-ea"/>
                <a:sym typeface="+mn-ea"/>
              </a:rPr>
              <a:t>VPN</a:t>
            </a:r>
            <a:r>
              <a:rPr lang="zh-CN" altLang="en-US" sz="1600" dirty="0">
                <a:solidFill>
                  <a:srgbClr val="000000"/>
                </a:solidFill>
                <a:effectLst/>
                <a:latin typeface="+mn-ea"/>
                <a:sym typeface="+mn-ea"/>
              </a:rPr>
              <a:t>跳转方案。</a:t>
            </a:r>
            <a:endParaRPr lang="zh-CN" altLang="en-US" sz="1600" dirty="0">
              <a:solidFill>
                <a:srgbClr val="000000"/>
              </a:solidFill>
              <a:effectLst/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zh-CN" sz="1600" dirty="0">
                <a:effectLst/>
                <a:latin typeface="+mn-ea"/>
              </a:rPr>
              <a:t>网址：</a:t>
            </a:r>
            <a:r>
              <a:rPr lang="en-US" altLang="zh-CN" sz="1600" dirty="0">
                <a:solidFill>
                  <a:srgbClr val="FF0000"/>
                </a:solidFill>
                <a:effectLst/>
                <a:latin typeface="+mn-ea"/>
              </a:rPr>
              <a:t>http://10.30.16.200/login</a:t>
            </a:r>
            <a:r>
              <a:rPr lang="zh-CN" altLang="en-US" sz="1600" dirty="0">
                <a:effectLst/>
                <a:latin typeface="+mn-ea"/>
              </a:rPr>
              <a:t>。</a:t>
            </a:r>
            <a:endParaRPr lang="zh-CN" altLang="en-US" sz="1600" dirty="0">
              <a:effectLst/>
              <a:latin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使用介绍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9"/>
          <p:cNvSpPr>
            <a:spLocks noGrp="1"/>
          </p:cNvSpPr>
          <p:nvPr/>
        </p:nvSpPr>
        <p:spPr>
          <a:xfrm>
            <a:off x="304801" y="97971"/>
            <a:ext cx="8341846" cy="402771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lang="zh-CN" altLang="en-US" sz="3200" b="1" kern="1200" dirty="0" smtClean="0">
                <a:solidFill>
                  <a:srgbClr val="28256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</a:defRPr>
            </a:lvl1pPr>
            <a:lvl2pPr marL="4572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400" dirty="0"/>
              <a:t>Part</a:t>
            </a:r>
            <a:r>
              <a:rPr lang="zh-CN" altLang="en-US" sz="2400" dirty="0"/>
              <a:t> </a:t>
            </a:r>
            <a:r>
              <a:rPr lang="en-US" altLang="zh-CN" sz="2400" dirty="0"/>
              <a:t>02</a:t>
            </a:r>
            <a:r>
              <a:rPr lang="zh-CN" altLang="en-US" sz="2400" dirty="0"/>
              <a:t> 使用介绍 </a:t>
            </a:r>
            <a:r>
              <a:rPr lang="en-US" altLang="zh-CN" sz="2400" dirty="0"/>
              <a:t>–</a:t>
            </a:r>
            <a:r>
              <a:rPr lang="zh-CN" altLang="en-US" sz="2400" dirty="0"/>
              <a:t> 登录页面</a:t>
            </a:r>
            <a:endParaRPr lang="zh-CN" altLang="en-US" sz="2400" dirty="0">
              <a:latin typeface="+mj-lt"/>
            </a:endParaRP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4"/>
          </p:nvPr>
        </p:nvSpPr>
        <p:spPr>
          <a:xfrm>
            <a:off x="206827" y="6346371"/>
            <a:ext cx="327045" cy="353332"/>
          </a:xfrm>
        </p:spPr>
        <p:txBody>
          <a:bodyPr/>
          <a:lstStyle/>
          <a:p>
            <a:fld id="{DD664289-9D17-A940-A260-00AA4B664C4B}" type="slidenum">
              <a:rPr lang="en-US" smtClean="0"/>
            </a:fld>
            <a:endParaRPr lang="en-US"/>
          </a:p>
        </p:txBody>
      </p:sp>
      <p:grpSp>
        <p:nvGrpSpPr>
          <p:cNvPr id="3" name="组合 2"/>
          <p:cNvGrpSpPr/>
          <p:nvPr/>
        </p:nvGrpSpPr>
        <p:grpSpPr>
          <a:xfrm>
            <a:off x="304801" y="793398"/>
            <a:ext cx="1524000" cy="369331"/>
            <a:chOff x="681009" y="685352"/>
            <a:chExt cx="1524000" cy="369331"/>
          </a:xfrm>
        </p:grpSpPr>
        <p:sp>
          <p:nvSpPr>
            <p:cNvPr id="4" name="文本框 3"/>
            <p:cNvSpPr txBox="1"/>
            <p:nvPr/>
          </p:nvSpPr>
          <p:spPr>
            <a:xfrm>
              <a:off x="681009" y="685352"/>
              <a:ext cx="15240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rgbClr val="28256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系统</a:t>
              </a:r>
              <a:r>
                <a:rPr kumimoji="1" lang="zh-CN" altLang="en-US" b="1" dirty="0">
                  <a:solidFill>
                    <a:srgbClr val="C00000"/>
                  </a:solidFill>
                </a:rPr>
                <a:t>初始化</a:t>
              </a:r>
              <a:endParaRPr kumimoji="1" lang="zh-CN" alt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770344" y="1018683"/>
              <a:ext cx="432000" cy="36000"/>
            </a:xfrm>
            <a:prstGeom prst="rect">
              <a:avLst/>
            </a:prstGeom>
            <a:solidFill>
              <a:srgbClr val="2824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6095999" y="1496060"/>
            <a:ext cx="5269229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+mj-ea"/>
              <a:buAutoNum type="circleNumDbPlain"/>
              <a:tabLst>
                <a:tab pos="228600" algn="l"/>
                <a:tab pos="266700" algn="l"/>
              </a:tabLst>
            </a:pPr>
            <a:r>
              <a:rPr lang="zh-CN" altLang="zh-CN" sz="1400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用户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首次登陆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http://10.30.16.200/init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，创建初始化账号（主管理员，暂设定为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永久有效）</a:t>
            </a:r>
            <a:endParaRPr lang="zh-CN" altLang="en-US" sz="1400" dirty="0">
              <a:solidFill>
                <a:srgbClr val="000000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ea"/>
              <a:buAutoNum type="circleNumDbPlain"/>
              <a:tabLst>
                <a:tab pos="228600" algn="l"/>
                <a:tab pos="266700" algn="l"/>
              </a:tabLst>
            </a:pPr>
            <a:r>
              <a:rPr lang="zh-CN" altLang="en-US" sz="1400" dirty="0"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建议使用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BCT_DP@pharmaron.com</a:t>
            </a:r>
            <a:r>
              <a:rPr lang="zh-CN" altLang="en-US" sz="1400" dirty="0"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，接受验证码</a:t>
            </a:r>
            <a:r>
              <a:rPr lang="zh-CN" altLang="en-US" sz="1400" dirty="0"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验证；</a:t>
            </a:r>
            <a:endParaRPr lang="zh-CN" altLang="en-US" sz="1400" dirty="0">
              <a:effectLst/>
              <a:latin typeface="Calibri" panose="020F0502020204030204" pitchFamily="34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2722880"/>
            <a:ext cx="5269865" cy="373824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135" y="1323340"/>
            <a:ext cx="4369435" cy="522351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9"/>
          <p:cNvSpPr>
            <a:spLocks noGrp="1"/>
          </p:cNvSpPr>
          <p:nvPr/>
        </p:nvSpPr>
        <p:spPr>
          <a:xfrm>
            <a:off x="304801" y="97971"/>
            <a:ext cx="8341846" cy="402771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lang="zh-CN" altLang="en-US" sz="3200" b="1" kern="1200" dirty="0" smtClean="0">
                <a:solidFill>
                  <a:srgbClr val="28256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</a:defRPr>
            </a:lvl1pPr>
            <a:lvl2pPr marL="4572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400" dirty="0"/>
              <a:t>Part</a:t>
            </a:r>
            <a:r>
              <a:rPr lang="zh-CN" altLang="en-US" sz="2400" dirty="0"/>
              <a:t> </a:t>
            </a:r>
            <a:r>
              <a:rPr lang="en-US" altLang="zh-CN" sz="2400" dirty="0"/>
              <a:t>02</a:t>
            </a:r>
            <a:r>
              <a:rPr lang="zh-CN" altLang="en-US" sz="2400" dirty="0"/>
              <a:t> 使用介绍 </a:t>
            </a:r>
            <a:r>
              <a:rPr lang="en-US" altLang="zh-CN" sz="2400" dirty="0"/>
              <a:t>–</a:t>
            </a:r>
            <a:r>
              <a:rPr lang="zh-CN" altLang="en-US" sz="2400" dirty="0"/>
              <a:t> 登录页面</a:t>
            </a:r>
            <a:endParaRPr lang="zh-CN" altLang="en-US" sz="2400" dirty="0">
              <a:latin typeface="+mj-lt"/>
            </a:endParaRP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4"/>
          </p:nvPr>
        </p:nvSpPr>
        <p:spPr>
          <a:xfrm>
            <a:off x="206827" y="6346371"/>
            <a:ext cx="327045" cy="353332"/>
          </a:xfrm>
        </p:spPr>
        <p:txBody>
          <a:bodyPr/>
          <a:lstStyle/>
          <a:p>
            <a:fld id="{DD664289-9D17-A940-A260-00AA4B664C4B}" type="slidenum">
              <a:rPr lang="en-US" smtClean="0"/>
            </a:fld>
            <a:endParaRPr lang="en-US"/>
          </a:p>
        </p:txBody>
      </p:sp>
      <p:grpSp>
        <p:nvGrpSpPr>
          <p:cNvPr id="3" name="组合 2"/>
          <p:cNvGrpSpPr/>
          <p:nvPr/>
        </p:nvGrpSpPr>
        <p:grpSpPr>
          <a:xfrm>
            <a:off x="304801" y="793398"/>
            <a:ext cx="1524000" cy="369332"/>
            <a:chOff x="681009" y="685352"/>
            <a:chExt cx="1524000" cy="369332"/>
          </a:xfrm>
        </p:grpSpPr>
        <p:sp>
          <p:nvSpPr>
            <p:cNvPr id="4" name="文本框 3"/>
            <p:cNvSpPr txBox="1"/>
            <p:nvPr/>
          </p:nvSpPr>
          <p:spPr>
            <a:xfrm>
              <a:off x="681009" y="685352"/>
              <a:ext cx="152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b="1" dirty="0">
                  <a:solidFill>
                    <a:srgbClr val="282462"/>
                  </a:solidFill>
                </a:rPr>
                <a:t>用户</a:t>
              </a:r>
              <a:r>
                <a:rPr kumimoji="1" lang="zh-CN" altLang="en-US" b="1" dirty="0">
                  <a:solidFill>
                    <a:srgbClr val="C00000"/>
                  </a:solidFill>
                </a:rPr>
                <a:t>登录</a:t>
              </a:r>
              <a:endParaRPr kumimoji="1" lang="zh-CN" alt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770344" y="1018683"/>
              <a:ext cx="432000" cy="36000"/>
            </a:xfrm>
            <a:prstGeom prst="rect">
              <a:avLst/>
            </a:prstGeom>
            <a:solidFill>
              <a:srgbClr val="2824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6095999" y="1496060"/>
            <a:ext cx="5269229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+mj-ea"/>
              <a:buAutoNum type="circleNumDbPlain"/>
              <a:tabLst>
                <a:tab pos="228600" algn="l"/>
                <a:tab pos="266700" algn="l"/>
              </a:tabLst>
            </a:pPr>
            <a:r>
              <a:rPr lang="zh-CN" altLang="en-US" sz="14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系统初始化账号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完成</a:t>
            </a:r>
            <a:endParaRPr lang="zh-CN" altLang="en-US" sz="1400" dirty="0">
              <a:solidFill>
                <a:srgbClr val="000000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ea"/>
              <a:buAutoNum type="circleNumDbPlain"/>
              <a:tabLst>
                <a:tab pos="228600" algn="l"/>
                <a:tab pos="266700" algn="l"/>
              </a:tabLst>
            </a:pPr>
            <a:r>
              <a:rPr lang="zh-CN" altLang="en-US" sz="1400" dirty="0"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基于邮箱</a:t>
            </a:r>
            <a:r>
              <a:rPr lang="en-US" altLang="zh-CN" sz="1400" dirty="0"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+</a:t>
            </a:r>
            <a:r>
              <a:rPr lang="zh-CN" altLang="en-US" sz="1400" dirty="0"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密码登录</a:t>
            </a:r>
            <a:r>
              <a:rPr lang="zh-CN" altLang="en-US" sz="1400" dirty="0"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系统</a:t>
            </a:r>
            <a:endParaRPr lang="zh-CN" altLang="en-US" sz="1400" dirty="0">
              <a:effectLst/>
              <a:latin typeface="Calibri" panose="020F0502020204030204" pitchFamily="34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4335" y="1466215"/>
            <a:ext cx="4438650" cy="350774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474595"/>
            <a:ext cx="4438650" cy="405574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9"/>
          <p:cNvSpPr>
            <a:spLocks noGrp="1"/>
          </p:cNvSpPr>
          <p:nvPr/>
        </p:nvSpPr>
        <p:spPr>
          <a:xfrm>
            <a:off x="304801" y="97971"/>
            <a:ext cx="8341846" cy="402771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lang="zh-CN" altLang="en-US" sz="3200" b="1" kern="1200" dirty="0" smtClean="0">
                <a:solidFill>
                  <a:srgbClr val="28256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</a:defRPr>
            </a:lvl1pPr>
            <a:lvl2pPr marL="4572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400" dirty="0"/>
              <a:t>Part</a:t>
            </a:r>
            <a:r>
              <a:rPr lang="zh-CN" altLang="en-US" sz="2400" dirty="0"/>
              <a:t> </a:t>
            </a:r>
            <a:r>
              <a:rPr lang="en-US" altLang="zh-CN" sz="2400" dirty="0"/>
              <a:t>02</a:t>
            </a:r>
            <a:r>
              <a:rPr lang="zh-CN" altLang="en-US" sz="2400" dirty="0"/>
              <a:t> 使用介绍 </a:t>
            </a:r>
            <a:r>
              <a:rPr lang="en-US" altLang="zh-CN" sz="2400" dirty="0"/>
              <a:t>–</a:t>
            </a:r>
            <a:r>
              <a:rPr lang="zh-CN" altLang="en-US" sz="2400" dirty="0"/>
              <a:t> 数据</a:t>
            </a:r>
            <a:r>
              <a:rPr lang="zh-CN" altLang="en-US" sz="2400" dirty="0"/>
              <a:t>查询</a:t>
            </a:r>
            <a:endParaRPr lang="zh-CN" altLang="en-US" sz="2400" dirty="0"/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4"/>
          </p:nvPr>
        </p:nvSpPr>
        <p:spPr>
          <a:xfrm>
            <a:off x="206827" y="6346371"/>
            <a:ext cx="327045" cy="353332"/>
          </a:xfrm>
        </p:spPr>
        <p:txBody>
          <a:bodyPr/>
          <a:lstStyle/>
          <a:p>
            <a:fld id="{DD664289-9D17-A940-A260-00AA4B664C4B}" type="slidenum">
              <a:rPr lang="en-US" smtClean="0"/>
            </a:fld>
            <a:endParaRPr lang="en-US"/>
          </a:p>
        </p:txBody>
      </p:sp>
      <p:grpSp>
        <p:nvGrpSpPr>
          <p:cNvPr id="2" name="组合 1"/>
          <p:cNvGrpSpPr/>
          <p:nvPr/>
        </p:nvGrpSpPr>
        <p:grpSpPr>
          <a:xfrm>
            <a:off x="304800" y="792281"/>
            <a:ext cx="4204137" cy="369331"/>
            <a:chOff x="681008" y="685352"/>
            <a:chExt cx="4204137" cy="369331"/>
          </a:xfrm>
        </p:grpSpPr>
        <p:sp>
          <p:nvSpPr>
            <p:cNvPr id="3" name="文本框 2"/>
            <p:cNvSpPr txBox="1"/>
            <p:nvPr/>
          </p:nvSpPr>
          <p:spPr>
            <a:xfrm>
              <a:off x="681008" y="685352"/>
              <a:ext cx="4204137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>
                  <a:solidFill>
                    <a:srgbClr val="282462"/>
                  </a:solidFill>
                </a:rPr>
                <a:t>Step</a:t>
              </a:r>
              <a:r>
                <a:rPr kumimoji="1" lang="zh-CN" altLang="en-US" b="1" dirty="0">
                  <a:solidFill>
                    <a:srgbClr val="282462"/>
                  </a:solidFill>
                </a:rPr>
                <a:t> </a:t>
              </a:r>
              <a:r>
                <a:rPr kumimoji="1" lang="en-US" altLang="zh-CN" b="1" dirty="0">
                  <a:solidFill>
                    <a:srgbClr val="282462"/>
                  </a:solidFill>
                </a:rPr>
                <a:t>1.</a:t>
              </a:r>
              <a:r>
                <a:rPr kumimoji="1" lang="zh-CN" altLang="en-US" b="1" dirty="0">
                  <a:solidFill>
                    <a:srgbClr val="282462"/>
                  </a:solidFill>
                </a:rPr>
                <a:t> </a:t>
              </a:r>
              <a:r>
                <a:rPr kumimoji="1" lang="zh-CN" altLang="en-US" b="1" dirty="0">
                  <a:solidFill>
                    <a:srgbClr val="C00000"/>
                  </a:solidFill>
                </a:rPr>
                <a:t>数据查询</a:t>
              </a:r>
              <a:endParaRPr kumimoji="1" lang="zh-CN" alt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770344" y="1018683"/>
              <a:ext cx="648000" cy="36000"/>
            </a:xfrm>
            <a:prstGeom prst="rect">
              <a:avLst/>
            </a:prstGeom>
            <a:solidFill>
              <a:srgbClr val="2824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8362315" y="1365250"/>
            <a:ext cx="3714115" cy="41687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lvl="0" indent="-342900">
              <a:lnSpc>
                <a:spcPct val="150000"/>
              </a:lnSpc>
              <a:buFont typeface="+mj-ea"/>
              <a:buAutoNum type="circleNumDbPlain"/>
              <a:tabLst>
                <a:tab pos="228600" algn="l"/>
                <a:tab pos="266700" algn="l"/>
              </a:tabLst>
            </a:pPr>
            <a:r>
              <a:rPr lang="zh-CN" altLang="en-US" sz="14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打开</a:t>
            </a:r>
            <a:r>
              <a:rPr lang="zh-CN" altLang="zh-CN" sz="1400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【数</a:t>
            </a:r>
            <a:r>
              <a:rPr lang="zh-CN" altLang="en-US" sz="14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据查询</a:t>
            </a:r>
            <a:r>
              <a:rPr lang="zh-CN" altLang="zh-CN" sz="1400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】页面，可查看：已入库文件数量、化合物数量等信息</a:t>
            </a:r>
            <a:endParaRPr lang="zh-CN" altLang="zh-CN" sz="1400" dirty="0"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ea"/>
              <a:buAutoNum type="circleNumDbPlain"/>
              <a:tabLst>
                <a:tab pos="228600" algn="l"/>
                <a:tab pos="266700" algn="l"/>
              </a:tabLst>
            </a:pPr>
            <a:r>
              <a:rPr lang="zh-CN" altLang="en-US" sz="14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选择</a:t>
            </a:r>
            <a:r>
              <a:rPr lang="zh-CN" altLang="zh-CN" sz="1400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1400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搜索类型</a:t>
            </a:r>
            <a:r>
              <a:rPr lang="zh-CN" altLang="zh-CN" sz="1400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r>
              <a:rPr lang="zh-CN" altLang="en-US" sz="1400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，</a:t>
            </a:r>
            <a:r>
              <a:rPr lang="zh-CN" altLang="zh-CN" sz="1400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支持：</a:t>
            </a:r>
            <a:r>
              <a:rPr lang="zh-CN" altLang="en-US" sz="1400" dirty="0">
                <a:solidFill>
                  <a:schemeClr val="tx1"/>
                </a:solidFill>
                <a:sym typeface="+mn-ea"/>
              </a:rPr>
              <a:t>酶编号、项目</a:t>
            </a:r>
            <a:r>
              <a:rPr lang="en-US" altLang="zh-CN" sz="1400" dirty="0">
                <a:solidFill>
                  <a:schemeClr val="tx1"/>
                </a:solidFill>
                <a:sym typeface="+mn-ea"/>
              </a:rPr>
              <a:t>ID</a:t>
            </a:r>
            <a:r>
              <a:rPr lang="zh-CN" altLang="en-US" sz="1400" dirty="0">
                <a:solidFill>
                  <a:schemeClr val="tx1"/>
                </a:solidFill>
                <a:sym typeface="+mn-ea"/>
              </a:rPr>
              <a:t>、</a:t>
            </a:r>
            <a:r>
              <a:rPr lang="en-US" altLang="zh-CN" sz="1400" dirty="0">
                <a:solidFill>
                  <a:schemeClr val="tx1"/>
                </a:solidFill>
                <a:sym typeface="+mn-ea"/>
              </a:rPr>
              <a:t>SM</a:t>
            </a:r>
            <a:r>
              <a:rPr lang="zh-CN" altLang="en-US" sz="1400" dirty="0">
                <a:solidFill>
                  <a:schemeClr val="tx1"/>
                </a:solidFill>
                <a:sym typeface="+mn-ea"/>
              </a:rPr>
              <a:t>、</a:t>
            </a:r>
            <a:r>
              <a:rPr lang="en-US" altLang="zh-CN" sz="1400" dirty="0">
                <a:solidFill>
                  <a:schemeClr val="tx1"/>
                </a:solidFill>
                <a:sym typeface="+mn-ea"/>
              </a:rPr>
              <a:t>DP</a:t>
            </a:r>
            <a:r>
              <a:rPr lang="zh-CN" altLang="en-US" sz="1400" dirty="0">
                <a:solidFill>
                  <a:schemeClr val="tx1"/>
                </a:solidFill>
                <a:sym typeface="+mn-ea"/>
              </a:rPr>
              <a:t>、</a:t>
            </a:r>
            <a:r>
              <a:rPr lang="en-US" altLang="zh-CN" sz="1400" dirty="0">
                <a:solidFill>
                  <a:schemeClr val="tx1"/>
                </a:solidFill>
                <a:sym typeface="+mn-ea"/>
              </a:rPr>
              <a:t>BP</a:t>
            </a:r>
            <a:endParaRPr lang="en-US" altLang="zh-CN" sz="1400" dirty="0">
              <a:solidFill>
                <a:schemeClr val="tx1"/>
              </a:solidFill>
              <a:sym typeface="+mn-ea"/>
            </a:endParaRPr>
          </a:p>
          <a:p>
            <a:pPr marL="342900" lvl="0" indent="-342900">
              <a:lnSpc>
                <a:spcPct val="150000"/>
              </a:lnSpc>
              <a:buFont typeface="+mj-ea"/>
              <a:buAutoNum type="circleNumDbPlain"/>
              <a:tabLst>
                <a:tab pos="228600" algn="l"/>
                <a:tab pos="266700" algn="l"/>
              </a:tabLst>
            </a:pPr>
            <a:r>
              <a:rPr lang="zh-CN" altLang="en-US" sz="1400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输入需要搜索的文本或</a:t>
            </a:r>
            <a:r>
              <a:rPr lang="en-US" altLang="zh-CN" sz="1400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SMILES</a:t>
            </a:r>
            <a:r>
              <a:rPr lang="zh-CN" altLang="en-US" sz="1400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，点击【查询】</a:t>
            </a:r>
            <a:endParaRPr lang="en-US" altLang="zh-CN" sz="1400" dirty="0"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ea"/>
              <a:buAutoNum type="circleNumDbPlain"/>
              <a:tabLst>
                <a:tab pos="228600" algn="l"/>
                <a:tab pos="266700" algn="l"/>
              </a:tabLst>
            </a:pPr>
            <a:endParaRPr lang="en-US" altLang="zh-CN" sz="1400" dirty="0"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>
              <a:lnSpc>
                <a:spcPct val="150000"/>
              </a:lnSpc>
              <a:tabLst>
                <a:tab pos="228600" algn="l"/>
                <a:tab pos="266700" algn="l"/>
              </a:tabLst>
            </a:pPr>
            <a:r>
              <a:rPr lang="zh-CN" altLang="en-US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注</a:t>
            </a:r>
            <a:r>
              <a:rPr lang="en-US" altLang="zh-CN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</a:t>
            </a:r>
            <a:r>
              <a:rPr lang="zh-CN" altLang="en-US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：</a:t>
            </a:r>
            <a:r>
              <a:rPr lang="zh-CN" altLang="en-US" sz="1400" dirty="0">
                <a:solidFill>
                  <a:srgbClr val="C00000"/>
                </a:solidFill>
                <a:sym typeface="+mn-ea"/>
              </a:rPr>
              <a:t>酶编号、项目</a:t>
            </a:r>
            <a:r>
              <a:rPr lang="en-US" altLang="zh-CN" sz="1400" dirty="0">
                <a:solidFill>
                  <a:srgbClr val="C00000"/>
                </a:solidFill>
                <a:sym typeface="+mn-ea"/>
              </a:rPr>
              <a:t>ID</a:t>
            </a:r>
            <a:r>
              <a:rPr lang="zh-CN" altLang="en-US" sz="1400" dirty="0">
                <a:solidFill>
                  <a:srgbClr val="C00000"/>
                </a:solidFill>
                <a:sym typeface="+mn-ea"/>
              </a:rPr>
              <a:t>，使用模糊匹配原则，输出所有模糊匹配命中的数据记录</a:t>
            </a:r>
            <a:r>
              <a:rPr lang="zh-CN" altLang="en-US" sz="1400" dirty="0">
                <a:solidFill>
                  <a:srgbClr val="C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。</a:t>
            </a:r>
            <a:endParaRPr lang="en-US" altLang="zh-CN" sz="1400" dirty="0">
              <a:solidFill>
                <a:srgbClr val="C00000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>
              <a:lnSpc>
                <a:spcPct val="150000"/>
              </a:lnSpc>
              <a:tabLst>
                <a:tab pos="228600" algn="l"/>
                <a:tab pos="266700" algn="l"/>
              </a:tabLst>
            </a:pPr>
            <a:r>
              <a:rPr lang="zh-CN" altLang="en-US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注</a:t>
            </a:r>
            <a:r>
              <a:rPr lang="en-US" altLang="zh-CN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</a:t>
            </a:r>
            <a:r>
              <a:rPr lang="zh-CN" altLang="en-US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：</a:t>
            </a:r>
            <a:r>
              <a:rPr lang="en-US" altLang="zh-CN" sz="1400" dirty="0">
                <a:solidFill>
                  <a:srgbClr val="C00000"/>
                </a:solidFill>
                <a:sym typeface="+mn-ea"/>
              </a:rPr>
              <a:t>SM</a:t>
            </a:r>
            <a:r>
              <a:rPr lang="zh-CN" altLang="en-US" sz="1400" dirty="0">
                <a:solidFill>
                  <a:srgbClr val="C00000"/>
                </a:solidFill>
                <a:sym typeface="+mn-ea"/>
              </a:rPr>
              <a:t>、</a:t>
            </a:r>
            <a:r>
              <a:rPr lang="en-US" altLang="zh-CN" sz="1400" dirty="0">
                <a:solidFill>
                  <a:srgbClr val="C00000"/>
                </a:solidFill>
                <a:sym typeface="+mn-ea"/>
              </a:rPr>
              <a:t>DP</a:t>
            </a:r>
            <a:r>
              <a:rPr lang="zh-CN" altLang="en-US" sz="1400" dirty="0">
                <a:solidFill>
                  <a:srgbClr val="C00000"/>
                </a:solidFill>
                <a:sym typeface="+mn-ea"/>
              </a:rPr>
              <a:t>、</a:t>
            </a:r>
            <a:r>
              <a:rPr lang="en-US" altLang="zh-CN" sz="1400" dirty="0">
                <a:solidFill>
                  <a:srgbClr val="C00000"/>
                </a:solidFill>
                <a:sym typeface="+mn-ea"/>
              </a:rPr>
              <a:t>BP</a:t>
            </a:r>
            <a:r>
              <a:rPr lang="zh-CN" altLang="en-US" sz="1400" dirty="0">
                <a:solidFill>
                  <a:srgbClr val="C00000"/>
                </a:solidFill>
                <a:sym typeface="+mn-ea"/>
              </a:rPr>
              <a:t>，基于</a:t>
            </a:r>
            <a:r>
              <a:rPr lang="en-US" altLang="zh-CN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SMILES</a:t>
            </a:r>
            <a:r>
              <a:rPr lang="zh-CN" altLang="en-US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指纹的</a:t>
            </a:r>
            <a:r>
              <a:rPr lang="en-US" altLang="zh-CN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Tanimoto</a:t>
            </a:r>
            <a:r>
              <a:rPr lang="zh-CN" altLang="en-US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相似度，输出相似度</a:t>
            </a:r>
            <a:r>
              <a:rPr lang="en-US" altLang="zh-CN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&gt;=0.75</a:t>
            </a:r>
            <a:r>
              <a:rPr lang="zh-CN" altLang="en-US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。</a:t>
            </a:r>
            <a:endParaRPr lang="zh-CN" altLang="en-US" sz="1400" dirty="0">
              <a:solidFill>
                <a:srgbClr val="C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>
              <a:lnSpc>
                <a:spcPct val="150000"/>
              </a:lnSpc>
              <a:tabLst>
                <a:tab pos="228600" algn="l"/>
                <a:tab pos="266700" algn="l"/>
              </a:tabLst>
            </a:pPr>
            <a:r>
              <a:rPr lang="zh-CN" altLang="en-US" sz="1400" dirty="0">
                <a:solidFill>
                  <a:srgbClr val="C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注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3</a:t>
            </a:r>
            <a:r>
              <a:rPr lang="zh-CN" altLang="en-US" sz="1400" dirty="0">
                <a:solidFill>
                  <a:srgbClr val="C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：计算</a:t>
            </a:r>
            <a:r>
              <a:rPr lang="en-US" altLang="zh-CN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Tanimoto</a:t>
            </a:r>
            <a:r>
              <a:rPr lang="zh-CN" altLang="en-US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相似度前会先将</a:t>
            </a:r>
            <a:r>
              <a:rPr lang="en-US" altLang="zh-CN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SMILES</a:t>
            </a:r>
            <a:r>
              <a:rPr lang="zh-CN" altLang="en-US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标准化，再转为分子</a:t>
            </a:r>
            <a:r>
              <a:rPr lang="zh-CN" altLang="en-US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指纹。</a:t>
            </a:r>
            <a:endParaRPr lang="zh-CN" altLang="en-US" sz="1400" dirty="0">
              <a:solidFill>
                <a:srgbClr val="C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365250"/>
            <a:ext cx="8078470" cy="41687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9"/>
          <p:cNvSpPr>
            <a:spLocks noGrp="1"/>
          </p:cNvSpPr>
          <p:nvPr/>
        </p:nvSpPr>
        <p:spPr>
          <a:xfrm>
            <a:off x="304801" y="97971"/>
            <a:ext cx="8341846" cy="402771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lang="zh-CN" altLang="en-US" sz="3200" b="1" kern="1200" dirty="0" smtClean="0">
                <a:solidFill>
                  <a:srgbClr val="28256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</a:defRPr>
            </a:lvl1pPr>
            <a:lvl2pPr marL="4572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400" dirty="0"/>
              <a:t>Part</a:t>
            </a:r>
            <a:r>
              <a:rPr lang="zh-CN" altLang="en-US" sz="2400" dirty="0"/>
              <a:t> </a:t>
            </a:r>
            <a:r>
              <a:rPr lang="en-US" altLang="zh-CN" sz="2400" dirty="0"/>
              <a:t>02</a:t>
            </a:r>
            <a:r>
              <a:rPr lang="zh-CN" altLang="en-US" sz="2400" dirty="0"/>
              <a:t> 使用介绍 </a:t>
            </a:r>
            <a:r>
              <a:rPr lang="en-US" altLang="zh-CN" sz="2400" dirty="0"/>
              <a:t>–</a:t>
            </a:r>
            <a:r>
              <a:rPr lang="zh-CN" altLang="en-US" sz="2400" dirty="0"/>
              <a:t> </a:t>
            </a:r>
            <a:r>
              <a:rPr sz="2400">
                <a:sym typeface="+mn-ea"/>
              </a:rPr>
              <a:t>数据查询</a:t>
            </a:r>
            <a:endParaRPr lang="zh-CN" altLang="en-US" sz="2400" dirty="0"/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4"/>
          </p:nvPr>
        </p:nvSpPr>
        <p:spPr>
          <a:xfrm>
            <a:off x="206827" y="6346371"/>
            <a:ext cx="327045" cy="353332"/>
          </a:xfrm>
        </p:spPr>
        <p:txBody>
          <a:bodyPr/>
          <a:lstStyle/>
          <a:p>
            <a:fld id="{DD664289-9D17-A940-A260-00AA4B664C4B}" type="slidenum">
              <a:rPr lang="en-US" smtClean="0"/>
            </a:fld>
            <a:endParaRPr lang="en-US"/>
          </a:p>
        </p:txBody>
      </p:sp>
      <p:grpSp>
        <p:nvGrpSpPr>
          <p:cNvPr id="2" name="组合 1"/>
          <p:cNvGrpSpPr/>
          <p:nvPr/>
        </p:nvGrpSpPr>
        <p:grpSpPr>
          <a:xfrm>
            <a:off x="304800" y="792281"/>
            <a:ext cx="4204137" cy="369331"/>
            <a:chOff x="681008" y="685352"/>
            <a:chExt cx="4204137" cy="369331"/>
          </a:xfrm>
        </p:grpSpPr>
        <p:sp>
          <p:nvSpPr>
            <p:cNvPr id="3" name="文本框 2"/>
            <p:cNvSpPr txBox="1"/>
            <p:nvPr/>
          </p:nvSpPr>
          <p:spPr>
            <a:xfrm>
              <a:off x="681008" y="685352"/>
              <a:ext cx="4204137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>
                  <a:solidFill>
                    <a:srgbClr val="282462"/>
                  </a:solidFill>
                </a:rPr>
                <a:t>Step</a:t>
              </a:r>
              <a:r>
                <a:rPr kumimoji="1" lang="zh-CN" altLang="en-US" b="1" dirty="0">
                  <a:solidFill>
                    <a:srgbClr val="282462"/>
                  </a:solidFill>
                </a:rPr>
                <a:t> </a:t>
              </a:r>
              <a:r>
                <a:rPr kumimoji="1" lang="en-US" altLang="zh-CN" b="1" dirty="0">
                  <a:solidFill>
                    <a:srgbClr val="282462"/>
                  </a:solidFill>
                </a:rPr>
                <a:t>1.</a:t>
              </a:r>
              <a:r>
                <a:rPr kumimoji="1" lang="zh-CN" altLang="en-US" b="1" dirty="0">
                  <a:solidFill>
                    <a:srgbClr val="282462"/>
                  </a:solidFill>
                </a:rPr>
                <a:t> </a:t>
              </a:r>
              <a:r>
                <a:rPr kumimoji="1" lang="zh-CN" altLang="en-US" b="1" dirty="0">
                  <a:solidFill>
                    <a:srgbClr val="C00000"/>
                  </a:solidFill>
                </a:rPr>
                <a:t>查询</a:t>
              </a:r>
              <a:r>
                <a:rPr kumimoji="1" lang="zh-CN" altLang="en-US" b="1" dirty="0">
                  <a:solidFill>
                    <a:srgbClr val="C00000"/>
                  </a:solidFill>
                </a:rPr>
                <a:t>结果</a:t>
              </a:r>
              <a:endParaRPr kumimoji="1" lang="zh-CN" alt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770344" y="1018683"/>
              <a:ext cx="648000" cy="36000"/>
            </a:xfrm>
            <a:prstGeom prst="rect">
              <a:avLst/>
            </a:prstGeom>
            <a:solidFill>
              <a:srgbClr val="2824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8362315" y="1365250"/>
            <a:ext cx="3714115" cy="41694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lvl="0" indent="-342900">
              <a:lnSpc>
                <a:spcPct val="150000"/>
              </a:lnSpc>
              <a:buFont typeface="+mj-ea"/>
              <a:buAutoNum type="circleNumDbPlain"/>
              <a:tabLst>
                <a:tab pos="228600" algn="l"/>
                <a:tab pos="266700" algn="l"/>
              </a:tabLst>
            </a:pPr>
            <a:r>
              <a:rPr lang="en-US" altLang="zh-CN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查询结果在页面上以表格形式呈现</a:t>
            </a:r>
            <a:endParaRPr lang="en-US" altLang="zh-CN" sz="1400" dirty="0"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ea"/>
              <a:buAutoNum type="circleNumDbPlain"/>
              <a:tabLst>
                <a:tab pos="228600" algn="l"/>
                <a:tab pos="266700" algn="l"/>
              </a:tabLst>
            </a:pPr>
            <a:r>
              <a:rPr lang="zh-CN" altLang="en-US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数据结果可展示的列，可自定义</a:t>
            </a:r>
            <a:r>
              <a:rPr lang="zh-CN" altLang="en-US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配置</a:t>
            </a:r>
            <a:endParaRPr lang="zh-CN" altLang="en-US" sz="1400" dirty="0"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ea"/>
              <a:buAutoNum type="circleNumDbPlain"/>
              <a:tabLst>
                <a:tab pos="228600" algn="l"/>
                <a:tab pos="266700" algn="l"/>
              </a:tabLst>
            </a:pPr>
            <a:r>
              <a:rPr lang="zh-CN" altLang="en-US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每页可显示</a:t>
            </a:r>
            <a:r>
              <a:rPr lang="en-US" altLang="zh-CN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10-100</a:t>
            </a:r>
            <a:r>
              <a:rPr lang="zh-CN" altLang="en-US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条</a:t>
            </a:r>
            <a:r>
              <a:rPr lang="en-US" altLang="zh-CN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/</a:t>
            </a:r>
            <a:r>
              <a:rPr lang="zh-CN" altLang="en-US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行</a:t>
            </a:r>
            <a:endParaRPr lang="zh-CN" altLang="en-US" sz="1400" dirty="0"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ea"/>
              <a:buAutoNum type="circleNumDbPlain"/>
              <a:tabLst>
                <a:tab pos="228600" algn="l"/>
                <a:tab pos="266700" algn="l"/>
              </a:tabLst>
            </a:pPr>
            <a:r>
              <a:rPr lang="zh-CN" altLang="en-US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结果中的反应式，可点击</a:t>
            </a:r>
            <a:r>
              <a:rPr lang="zh-CN" altLang="en-US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放大</a:t>
            </a:r>
            <a:endParaRPr lang="zh-CN" altLang="en-US" sz="1400" dirty="0"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ea"/>
              <a:buAutoNum type="circleNumDbPlain"/>
              <a:tabLst>
                <a:tab pos="228600" algn="l"/>
                <a:tab pos="266700" algn="l"/>
              </a:tabLst>
            </a:pPr>
            <a:r>
              <a:rPr lang="zh-CN" altLang="en-US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结果可导出为</a:t>
            </a:r>
            <a:r>
              <a:rPr lang="en-US" altLang="zh-CN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excel</a:t>
            </a:r>
            <a:r>
              <a:rPr lang="zh-CN" altLang="en-US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表格</a:t>
            </a:r>
            <a:endParaRPr lang="zh-CN" altLang="en-US" sz="1400" dirty="0"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ea"/>
              <a:buAutoNum type="circleNumDbPlain"/>
              <a:tabLst>
                <a:tab pos="228600" algn="l"/>
                <a:tab pos="266700" algn="l"/>
              </a:tabLst>
            </a:pPr>
            <a:endParaRPr lang="en-US" altLang="zh-CN" sz="1400" dirty="0"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>
              <a:lnSpc>
                <a:spcPct val="150000"/>
              </a:lnSpc>
              <a:tabLst>
                <a:tab pos="228600" algn="l"/>
                <a:tab pos="266700" algn="l"/>
              </a:tabLst>
            </a:pPr>
            <a:r>
              <a:rPr lang="zh-CN" altLang="en-US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注</a:t>
            </a:r>
            <a:r>
              <a:rPr lang="en-US" altLang="zh-CN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</a:t>
            </a:r>
            <a:r>
              <a:rPr lang="zh-CN" altLang="en-US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：</a:t>
            </a:r>
            <a:r>
              <a:rPr lang="zh-CN" altLang="en-US" sz="1400" dirty="0">
                <a:solidFill>
                  <a:srgbClr val="C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因搜索结果中的反应式为图片，导出为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excel</a:t>
            </a:r>
            <a:r>
              <a:rPr lang="zh-CN" altLang="en-US" sz="1400" dirty="0">
                <a:solidFill>
                  <a:srgbClr val="C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表格的速度</a:t>
            </a:r>
            <a:r>
              <a:rPr lang="zh-CN" altLang="en-US" sz="1400" dirty="0">
                <a:solidFill>
                  <a:srgbClr val="C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较慢。</a:t>
            </a:r>
            <a:endParaRPr lang="en-US" altLang="zh-CN" sz="1400" dirty="0">
              <a:solidFill>
                <a:srgbClr val="C00000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>
              <a:lnSpc>
                <a:spcPct val="150000"/>
              </a:lnSpc>
              <a:tabLst>
                <a:tab pos="228600" algn="l"/>
                <a:tab pos="266700" algn="l"/>
              </a:tabLst>
            </a:pPr>
            <a:r>
              <a:rPr lang="zh-CN" altLang="en-US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注</a:t>
            </a:r>
            <a:r>
              <a:rPr lang="en-US" altLang="zh-CN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</a:t>
            </a:r>
            <a:r>
              <a:rPr lang="zh-CN" altLang="en-US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：导出的结果</a:t>
            </a:r>
            <a:r>
              <a:rPr lang="en-US" altLang="zh-CN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excel</a:t>
            </a:r>
            <a:r>
              <a:rPr lang="zh-CN" altLang="en-US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默认输出所有</a:t>
            </a:r>
            <a:r>
              <a:rPr lang="zh-CN" altLang="en-US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字段。</a:t>
            </a:r>
            <a:endParaRPr lang="zh-CN" altLang="en-US" sz="1400" dirty="0">
              <a:solidFill>
                <a:srgbClr val="C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>
              <a:lnSpc>
                <a:spcPct val="150000"/>
              </a:lnSpc>
              <a:tabLst>
                <a:tab pos="228600" algn="l"/>
                <a:tab pos="266700" algn="l"/>
              </a:tabLst>
            </a:pPr>
            <a:endParaRPr lang="zh-CN" altLang="en-US" sz="1400" dirty="0">
              <a:solidFill>
                <a:srgbClr val="C00000"/>
              </a:solidFill>
              <a:effectLst/>
              <a:latin typeface="Calibri" panose="020F0502020204030204" pitchFamily="34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365250"/>
            <a:ext cx="8067675" cy="41687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9"/>
          <p:cNvSpPr>
            <a:spLocks noGrp="1"/>
          </p:cNvSpPr>
          <p:nvPr/>
        </p:nvSpPr>
        <p:spPr>
          <a:xfrm>
            <a:off x="304801" y="97971"/>
            <a:ext cx="8341846" cy="402771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lang="zh-CN" altLang="en-US" sz="3200" b="1" kern="1200" dirty="0" smtClean="0">
                <a:solidFill>
                  <a:srgbClr val="28256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</a:defRPr>
            </a:lvl1pPr>
            <a:lvl2pPr marL="4572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400" dirty="0"/>
              <a:t>Part</a:t>
            </a:r>
            <a:r>
              <a:rPr lang="zh-CN" altLang="en-US" sz="2400" dirty="0"/>
              <a:t> </a:t>
            </a:r>
            <a:r>
              <a:rPr lang="en-US" altLang="zh-CN" sz="2400" dirty="0"/>
              <a:t>02</a:t>
            </a:r>
            <a:r>
              <a:rPr lang="zh-CN" altLang="en-US" sz="2400" dirty="0"/>
              <a:t> 使用介绍 </a:t>
            </a:r>
            <a:r>
              <a:rPr lang="en-US" altLang="zh-CN" sz="2400" dirty="0"/>
              <a:t>–</a:t>
            </a:r>
            <a:r>
              <a:rPr lang="zh-CN" altLang="en-US" sz="2400" dirty="0"/>
              <a:t> </a:t>
            </a:r>
            <a:r>
              <a:rPr sz="2400">
                <a:sym typeface="+mn-ea"/>
              </a:rPr>
              <a:t>数据查询</a:t>
            </a:r>
            <a:endParaRPr lang="zh-CN" altLang="en-US" sz="2400" dirty="0"/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4"/>
          </p:nvPr>
        </p:nvSpPr>
        <p:spPr>
          <a:xfrm>
            <a:off x="207010" y="6346190"/>
            <a:ext cx="430530" cy="353060"/>
          </a:xfrm>
        </p:spPr>
        <p:txBody>
          <a:bodyPr/>
          <a:lstStyle/>
          <a:p>
            <a:fld id="{DD664289-9D17-A940-A260-00AA4B664C4B}" type="slidenum">
              <a:rPr lang="en-US" smtClean="0"/>
            </a:fld>
            <a:endParaRPr lang="en-US"/>
          </a:p>
        </p:txBody>
      </p:sp>
      <p:grpSp>
        <p:nvGrpSpPr>
          <p:cNvPr id="2" name="组合 1"/>
          <p:cNvGrpSpPr/>
          <p:nvPr/>
        </p:nvGrpSpPr>
        <p:grpSpPr>
          <a:xfrm>
            <a:off x="304800" y="792281"/>
            <a:ext cx="4204137" cy="369331"/>
            <a:chOff x="681008" y="685352"/>
            <a:chExt cx="4204137" cy="369331"/>
          </a:xfrm>
        </p:grpSpPr>
        <p:sp>
          <p:nvSpPr>
            <p:cNvPr id="3" name="文本框 2"/>
            <p:cNvSpPr txBox="1"/>
            <p:nvPr/>
          </p:nvSpPr>
          <p:spPr>
            <a:xfrm>
              <a:off x="681008" y="685352"/>
              <a:ext cx="4204137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>
                  <a:solidFill>
                    <a:srgbClr val="282462"/>
                  </a:solidFill>
                </a:rPr>
                <a:t>Step</a:t>
              </a:r>
              <a:r>
                <a:rPr kumimoji="1" lang="zh-CN" altLang="en-US" b="1" dirty="0">
                  <a:solidFill>
                    <a:srgbClr val="282462"/>
                  </a:solidFill>
                </a:rPr>
                <a:t> </a:t>
              </a:r>
              <a:r>
                <a:rPr kumimoji="1" lang="en-US" altLang="zh-CN" b="1" dirty="0">
                  <a:solidFill>
                    <a:srgbClr val="282462"/>
                  </a:solidFill>
                </a:rPr>
                <a:t>1.</a:t>
              </a:r>
              <a:r>
                <a:rPr kumimoji="1" lang="zh-CN" altLang="en-US" b="1" dirty="0">
                  <a:solidFill>
                    <a:srgbClr val="282462"/>
                  </a:solidFill>
                </a:rPr>
                <a:t> </a:t>
              </a:r>
              <a:r>
                <a:rPr kumimoji="1" lang="zh-CN" altLang="en-US" b="1" dirty="0">
                  <a:solidFill>
                    <a:srgbClr val="C00000"/>
                  </a:solidFill>
                </a:rPr>
                <a:t>结果</a:t>
              </a:r>
              <a:r>
                <a:rPr kumimoji="1" lang="zh-CN" altLang="en-US" b="1" dirty="0">
                  <a:solidFill>
                    <a:srgbClr val="C00000"/>
                  </a:solidFill>
                </a:rPr>
                <a:t>导出</a:t>
              </a:r>
              <a:endParaRPr kumimoji="1" lang="zh-CN" alt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770344" y="1018683"/>
              <a:ext cx="648000" cy="36000"/>
            </a:xfrm>
            <a:prstGeom prst="rect">
              <a:avLst/>
            </a:prstGeom>
            <a:solidFill>
              <a:srgbClr val="2824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4335" y="1452245"/>
            <a:ext cx="8147050" cy="441579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3040" y="792480"/>
            <a:ext cx="2627630" cy="582358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9"/>
          <p:cNvSpPr>
            <a:spLocks noGrp="1"/>
          </p:cNvSpPr>
          <p:nvPr/>
        </p:nvSpPr>
        <p:spPr>
          <a:xfrm>
            <a:off x="304801" y="97971"/>
            <a:ext cx="8341846" cy="402771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lang="zh-CN" altLang="en-US" sz="3200" b="1" kern="1200" dirty="0" smtClean="0">
                <a:solidFill>
                  <a:srgbClr val="28256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</a:defRPr>
            </a:lvl1pPr>
            <a:lvl2pPr marL="4572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400" dirty="0"/>
              <a:t>Part</a:t>
            </a:r>
            <a:r>
              <a:rPr lang="zh-CN" altLang="en-US" sz="2400" dirty="0"/>
              <a:t> </a:t>
            </a:r>
            <a:r>
              <a:rPr lang="en-US" altLang="zh-CN" sz="2400" dirty="0"/>
              <a:t>02</a:t>
            </a:r>
            <a:r>
              <a:rPr lang="zh-CN" altLang="en-US" sz="2400" dirty="0"/>
              <a:t> 使用介绍 </a:t>
            </a:r>
            <a:r>
              <a:rPr lang="en-US" altLang="zh-CN" sz="2400" dirty="0"/>
              <a:t>–</a:t>
            </a:r>
            <a:r>
              <a:rPr lang="zh-CN" altLang="en-US" sz="2400" dirty="0"/>
              <a:t> </a:t>
            </a:r>
            <a:r>
              <a:rPr sz="2400">
                <a:sym typeface="+mn-ea"/>
              </a:rPr>
              <a:t>数据查询</a:t>
            </a:r>
            <a:endParaRPr lang="zh-CN" altLang="en-US" sz="2400" dirty="0"/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4"/>
          </p:nvPr>
        </p:nvSpPr>
        <p:spPr>
          <a:xfrm>
            <a:off x="207010" y="6346190"/>
            <a:ext cx="430530" cy="353060"/>
          </a:xfrm>
        </p:spPr>
        <p:txBody>
          <a:bodyPr/>
          <a:lstStyle/>
          <a:p>
            <a:fld id="{DD664289-9D17-A940-A260-00AA4B664C4B}" type="slidenum">
              <a:rPr lang="en-US" smtClean="0"/>
            </a:fld>
            <a:endParaRPr lang="en-US"/>
          </a:p>
        </p:txBody>
      </p:sp>
      <p:grpSp>
        <p:nvGrpSpPr>
          <p:cNvPr id="2" name="组合 1"/>
          <p:cNvGrpSpPr/>
          <p:nvPr/>
        </p:nvGrpSpPr>
        <p:grpSpPr>
          <a:xfrm>
            <a:off x="304800" y="792281"/>
            <a:ext cx="4204137" cy="369331"/>
            <a:chOff x="681008" y="685352"/>
            <a:chExt cx="4204137" cy="369331"/>
          </a:xfrm>
        </p:grpSpPr>
        <p:sp>
          <p:nvSpPr>
            <p:cNvPr id="3" name="文本框 2"/>
            <p:cNvSpPr txBox="1"/>
            <p:nvPr/>
          </p:nvSpPr>
          <p:spPr>
            <a:xfrm>
              <a:off x="681008" y="685352"/>
              <a:ext cx="4204137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>
                  <a:solidFill>
                    <a:srgbClr val="282462"/>
                  </a:solidFill>
                </a:rPr>
                <a:t>Step</a:t>
              </a:r>
              <a:r>
                <a:rPr kumimoji="1" lang="zh-CN" altLang="en-US" b="1" dirty="0">
                  <a:solidFill>
                    <a:srgbClr val="282462"/>
                  </a:solidFill>
                </a:rPr>
                <a:t> </a:t>
              </a:r>
              <a:r>
                <a:rPr kumimoji="1" lang="en-US" altLang="zh-CN" b="1" dirty="0">
                  <a:solidFill>
                    <a:srgbClr val="282462"/>
                  </a:solidFill>
                </a:rPr>
                <a:t>1.</a:t>
              </a:r>
              <a:r>
                <a:rPr kumimoji="1" lang="zh-CN" altLang="en-US" b="1" dirty="0">
                  <a:solidFill>
                    <a:srgbClr val="282462"/>
                  </a:solidFill>
                </a:rPr>
                <a:t> </a:t>
              </a:r>
              <a:r>
                <a:rPr kumimoji="1" lang="zh-CN" altLang="en-US" b="1" dirty="0">
                  <a:solidFill>
                    <a:srgbClr val="C00000"/>
                  </a:solidFill>
                </a:rPr>
                <a:t>结构查询</a:t>
              </a:r>
              <a:endParaRPr kumimoji="1" lang="zh-CN" alt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770344" y="1018683"/>
              <a:ext cx="648000" cy="36000"/>
            </a:xfrm>
            <a:prstGeom prst="rect">
              <a:avLst/>
            </a:prstGeom>
            <a:solidFill>
              <a:srgbClr val="2824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8362315" y="1365250"/>
            <a:ext cx="3714115" cy="32277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lvl="0" indent="-342900">
              <a:lnSpc>
                <a:spcPct val="150000"/>
              </a:lnSpc>
              <a:buFont typeface="+mj-ea"/>
              <a:buAutoNum type="circleNumDbPlain"/>
              <a:tabLst>
                <a:tab pos="228600" algn="l"/>
                <a:tab pos="266700" algn="l"/>
              </a:tabLst>
            </a:pPr>
            <a:r>
              <a:rPr lang="zh-CN" altLang="zh-CN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点击【</a:t>
            </a:r>
            <a:r>
              <a:rPr lang="zh-CN" altLang="en-US" sz="14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结构绘制</a:t>
            </a:r>
            <a:r>
              <a:rPr lang="zh-CN" altLang="zh-CN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endParaRPr lang="zh-CN" altLang="zh-CN" sz="1400" dirty="0">
              <a:effectLst/>
              <a:latin typeface="Calibri" panose="020F0502020204030204" pitchFamily="34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ea"/>
              <a:buAutoNum type="circleNumDbPlain"/>
              <a:tabLst>
                <a:tab pos="228600" algn="l"/>
                <a:tab pos="266700" algn="l"/>
              </a:tabLst>
            </a:pPr>
            <a:r>
              <a:rPr lang="zh-CN" altLang="en-US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弹出结构绘制页面（基于</a:t>
            </a:r>
            <a:r>
              <a:rPr lang="en-US" altLang="zh-CN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ketcher</a:t>
            </a:r>
            <a:r>
              <a:rPr lang="zh-CN" altLang="en-US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工具研发），支持手动绘制结构并查询；</a:t>
            </a:r>
            <a:endParaRPr lang="en-US" altLang="zh-CN" sz="1400" dirty="0"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ea"/>
              <a:buAutoNum type="circleNumDbPlain"/>
              <a:tabLst>
                <a:tab pos="228600" algn="l"/>
                <a:tab pos="266700" algn="l"/>
              </a:tabLst>
            </a:pPr>
            <a:endParaRPr lang="en-US" altLang="zh-CN" sz="1400" dirty="0"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>
              <a:lnSpc>
                <a:spcPct val="150000"/>
              </a:lnSpc>
              <a:tabLst>
                <a:tab pos="228600" algn="l"/>
                <a:tab pos="266700" algn="l"/>
              </a:tabLst>
            </a:pPr>
            <a:r>
              <a:rPr lang="zh-CN" altLang="en-US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注</a:t>
            </a:r>
            <a:r>
              <a:rPr lang="en-US" altLang="zh-CN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</a:t>
            </a:r>
            <a:r>
              <a:rPr lang="zh-CN" altLang="en-US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：</a:t>
            </a:r>
            <a:r>
              <a:rPr lang="zh-CN" altLang="en-US" sz="1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支持上传文档和手动绘制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2</a:t>
            </a:r>
            <a:r>
              <a:rPr lang="zh-CN" altLang="en-US" sz="1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种</a:t>
            </a:r>
            <a:r>
              <a:rPr lang="zh-CN" altLang="en-US" sz="1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模式：分子式或反应式；</a:t>
            </a:r>
            <a:endParaRPr lang="zh-CN" altLang="en-US" sz="1400" dirty="0">
              <a:solidFill>
                <a:srgbClr val="C00000"/>
              </a:solidFill>
              <a:effectLst/>
              <a:latin typeface="Calibri" panose="020F0502020204030204" pitchFamily="34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>
              <a:lnSpc>
                <a:spcPct val="150000"/>
              </a:lnSpc>
              <a:tabLst>
                <a:tab pos="228600" algn="l"/>
                <a:tab pos="266700" algn="l"/>
              </a:tabLst>
            </a:pPr>
            <a:r>
              <a:rPr lang="zh-CN" altLang="en-US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注</a:t>
            </a:r>
            <a:r>
              <a:rPr lang="en-US" altLang="zh-CN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2</a:t>
            </a:r>
            <a:r>
              <a:rPr lang="zh-CN" altLang="en-US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：</a:t>
            </a:r>
            <a:r>
              <a:rPr lang="zh-CN" altLang="en-US" sz="1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分子式或反应式自动转换为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SMILES</a:t>
            </a:r>
            <a:r>
              <a:rPr lang="zh-CN" altLang="en-US" sz="1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，多个分子式用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“.”</a:t>
            </a:r>
            <a:r>
              <a:rPr lang="zh-CN" altLang="en-US" sz="1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分割；</a:t>
            </a:r>
            <a:endParaRPr lang="zh-CN" altLang="en-US" sz="1400" dirty="0">
              <a:solidFill>
                <a:srgbClr val="C00000"/>
              </a:solidFill>
              <a:effectLst/>
              <a:latin typeface="Calibri" panose="020F0502020204030204" pitchFamily="34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lvl="0">
              <a:lnSpc>
                <a:spcPct val="150000"/>
              </a:lnSpc>
              <a:tabLst>
                <a:tab pos="228600" algn="l"/>
                <a:tab pos="266700" algn="l"/>
              </a:tabLst>
            </a:pPr>
            <a:r>
              <a:rPr lang="zh-CN" altLang="en-US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注</a:t>
            </a:r>
            <a:r>
              <a:rPr lang="en-US" altLang="zh-CN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3</a:t>
            </a:r>
            <a:r>
              <a:rPr lang="zh-CN" altLang="en-US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：</a:t>
            </a:r>
            <a:r>
              <a:rPr lang="zh-CN" altLang="en-US" sz="1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默认不存在多个反应式；</a:t>
            </a:r>
            <a:endParaRPr lang="zh-CN" altLang="en-US" sz="1400" dirty="0">
              <a:solidFill>
                <a:srgbClr val="C00000"/>
              </a:solidFill>
              <a:effectLst/>
              <a:latin typeface="Calibri" panose="020F0502020204030204" pitchFamily="34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>
              <a:lnSpc>
                <a:spcPct val="150000"/>
              </a:lnSpc>
              <a:tabLst>
                <a:tab pos="228600" algn="l"/>
                <a:tab pos="266700" algn="l"/>
              </a:tabLst>
            </a:pPr>
            <a:endParaRPr lang="zh-CN" altLang="en-US" sz="1400" dirty="0">
              <a:solidFill>
                <a:srgbClr val="C00000"/>
              </a:solidFill>
              <a:effectLst/>
              <a:latin typeface="Calibri" panose="020F0502020204030204" pitchFamily="34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365250"/>
            <a:ext cx="7902575" cy="409321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9"/>
          <p:cNvSpPr>
            <a:spLocks noGrp="1"/>
          </p:cNvSpPr>
          <p:nvPr/>
        </p:nvSpPr>
        <p:spPr>
          <a:xfrm>
            <a:off x="304801" y="97971"/>
            <a:ext cx="8341846" cy="402771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lang="zh-CN" altLang="en-US" sz="3200" b="1" kern="1200" dirty="0" smtClean="0">
                <a:solidFill>
                  <a:srgbClr val="28256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</a:defRPr>
            </a:lvl1pPr>
            <a:lvl2pPr marL="4572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400" dirty="0"/>
              <a:t>Part</a:t>
            </a:r>
            <a:r>
              <a:rPr lang="zh-CN" altLang="en-US" sz="2400" dirty="0"/>
              <a:t> </a:t>
            </a:r>
            <a:r>
              <a:rPr lang="en-US" altLang="zh-CN" sz="2400" dirty="0"/>
              <a:t>02</a:t>
            </a:r>
            <a:r>
              <a:rPr lang="zh-CN" altLang="en-US" sz="2400" dirty="0"/>
              <a:t> 使用介绍 </a:t>
            </a:r>
            <a:r>
              <a:rPr lang="en-US" altLang="zh-CN" sz="2400" dirty="0"/>
              <a:t>–</a:t>
            </a:r>
            <a:r>
              <a:rPr lang="zh-CN" altLang="en-US" sz="2400" dirty="0"/>
              <a:t> 数据查询</a:t>
            </a:r>
            <a:endParaRPr lang="zh-CN" altLang="en-US" sz="2400" dirty="0"/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4"/>
          </p:nvPr>
        </p:nvSpPr>
        <p:spPr>
          <a:xfrm>
            <a:off x="207010" y="6346190"/>
            <a:ext cx="419100" cy="353060"/>
          </a:xfrm>
        </p:spPr>
        <p:txBody>
          <a:bodyPr/>
          <a:lstStyle/>
          <a:p>
            <a:fld id="{DD664289-9D17-A940-A260-00AA4B664C4B}" type="slidenum">
              <a:rPr lang="en-US" smtClean="0"/>
            </a:fld>
            <a:endParaRPr lang="en-US"/>
          </a:p>
        </p:txBody>
      </p:sp>
      <p:grpSp>
        <p:nvGrpSpPr>
          <p:cNvPr id="2" name="组合 1"/>
          <p:cNvGrpSpPr/>
          <p:nvPr/>
        </p:nvGrpSpPr>
        <p:grpSpPr>
          <a:xfrm>
            <a:off x="304800" y="792281"/>
            <a:ext cx="4204137" cy="369331"/>
            <a:chOff x="681008" y="685352"/>
            <a:chExt cx="4204137" cy="369331"/>
          </a:xfrm>
        </p:grpSpPr>
        <p:sp>
          <p:nvSpPr>
            <p:cNvPr id="3" name="文本框 2"/>
            <p:cNvSpPr txBox="1"/>
            <p:nvPr/>
          </p:nvSpPr>
          <p:spPr>
            <a:xfrm>
              <a:off x="681008" y="685352"/>
              <a:ext cx="4204137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>
                  <a:solidFill>
                    <a:srgbClr val="282462"/>
                  </a:solidFill>
                </a:rPr>
                <a:t>Step</a:t>
              </a:r>
              <a:r>
                <a:rPr kumimoji="1" lang="zh-CN" altLang="en-US" b="1" dirty="0">
                  <a:solidFill>
                    <a:srgbClr val="282462"/>
                  </a:solidFill>
                </a:rPr>
                <a:t> </a:t>
              </a:r>
              <a:r>
                <a:rPr kumimoji="1" lang="en-US" altLang="zh-CN" b="1" dirty="0">
                  <a:solidFill>
                    <a:srgbClr val="282462"/>
                  </a:solidFill>
                </a:rPr>
                <a:t>1.</a:t>
              </a:r>
              <a:r>
                <a:rPr kumimoji="1" lang="zh-CN" altLang="en-US" b="1" dirty="0">
                  <a:solidFill>
                    <a:srgbClr val="282462"/>
                  </a:solidFill>
                </a:rPr>
                <a:t> </a:t>
              </a:r>
              <a:r>
                <a:rPr kumimoji="1" lang="zh-CN" altLang="en-US" b="1" dirty="0">
                  <a:solidFill>
                    <a:srgbClr val="C00000"/>
                  </a:solidFill>
                </a:rPr>
                <a:t>结构</a:t>
              </a:r>
              <a:r>
                <a:rPr kumimoji="1" lang="zh-CN" altLang="en-US" b="1" dirty="0">
                  <a:solidFill>
                    <a:srgbClr val="C00000"/>
                  </a:solidFill>
                </a:rPr>
                <a:t>相似度</a:t>
              </a:r>
              <a:endParaRPr kumimoji="1" lang="zh-CN" alt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770344" y="1018683"/>
              <a:ext cx="648000" cy="36000"/>
            </a:xfrm>
            <a:prstGeom prst="rect">
              <a:avLst/>
            </a:prstGeom>
            <a:solidFill>
              <a:srgbClr val="2824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8362315" y="1365250"/>
            <a:ext cx="3714115" cy="32277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lvl="0" indent="-342900">
              <a:lnSpc>
                <a:spcPct val="150000"/>
              </a:lnSpc>
              <a:buFont typeface="+mj-ea"/>
              <a:buAutoNum type="circleNumDbPlain"/>
              <a:tabLst>
                <a:tab pos="228600" algn="l"/>
                <a:tab pos="266700" algn="l"/>
              </a:tabLst>
            </a:pPr>
            <a:r>
              <a:rPr lang="zh-CN" altLang="en-US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【</a:t>
            </a:r>
            <a:r>
              <a:rPr lang="zh-CN" altLang="zh-CN" sz="1400" dirty="0"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精确查询</a:t>
            </a:r>
            <a:r>
              <a:rPr lang="zh-CN" altLang="en-US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】</a:t>
            </a:r>
            <a:r>
              <a:rPr lang="zh-CN" altLang="en-US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将得到的</a:t>
            </a:r>
            <a:r>
              <a:rPr lang="en-US" altLang="zh-CN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SMILES</a:t>
            </a:r>
            <a:r>
              <a:rPr lang="zh-CN" altLang="en-US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按下述逻辑和</a:t>
            </a:r>
            <a:r>
              <a:rPr lang="en-US" altLang="zh-CN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SM/DP/BP</a:t>
            </a:r>
            <a:r>
              <a:rPr lang="zh-CN" altLang="en-US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计算相似度，筛选出</a:t>
            </a:r>
            <a:r>
              <a:rPr lang="zh-CN" altLang="en-US" sz="1400" dirty="0">
                <a:solidFill>
                  <a:srgbClr val="C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完全一样</a:t>
            </a:r>
            <a:r>
              <a:rPr lang="zh-CN" altLang="en-US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的</a:t>
            </a:r>
            <a:r>
              <a:rPr lang="en-US" altLang="zh-CN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SMILES</a:t>
            </a:r>
            <a:endParaRPr lang="zh-CN" altLang="zh-CN" sz="1400" dirty="0">
              <a:effectLst/>
              <a:latin typeface="Calibri" panose="020F0502020204030204" pitchFamily="34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ea"/>
              <a:buAutoNum type="circleNumDbPlain"/>
              <a:tabLst>
                <a:tab pos="228600" algn="l"/>
                <a:tab pos="266700" algn="l"/>
              </a:tabLst>
            </a:pPr>
            <a:r>
              <a:rPr lang="zh-CN" altLang="en-US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【模糊查询】</a:t>
            </a:r>
            <a:r>
              <a:rPr lang="zh-CN" altLang="en-US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将得到的</a:t>
            </a:r>
            <a:r>
              <a:rPr lang="en-US" altLang="zh-CN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SMILES</a:t>
            </a:r>
            <a:r>
              <a:rPr lang="zh-CN" altLang="en-US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按下述逻辑和</a:t>
            </a:r>
            <a:r>
              <a:rPr lang="en-US" altLang="zh-CN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SM/DP/BP</a:t>
            </a:r>
            <a:r>
              <a:rPr lang="zh-CN" altLang="en-US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计算相似度，筛选出相似、符合特定相</a:t>
            </a:r>
            <a:r>
              <a:rPr lang="zh-CN" altLang="en-US" sz="1400" dirty="0">
                <a:solidFill>
                  <a:srgbClr val="C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似度阈值（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&gt;0.75</a:t>
            </a:r>
            <a:r>
              <a:rPr lang="zh-CN" altLang="en-US" sz="1400" dirty="0">
                <a:solidFill>
                  <a:srgbClr val="C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）</a:t>
            </a:r>
            <a:r>
              <a:rPr lang="zh-CN" altLang="en-US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的</a:t>
            </a:r>
            <a:r>
              <a:rPr lang="en-US" altLang="zh-CN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SMILES</a:t>
            </a:r>
            <a:endParaRPr lang="en-US" altLang="zh-CN" sz="1400" dirty="0"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ea"/>
              <a:buAutoNum type="circleNumDbPlain"/>
              <a:tabLst>
                <a:tab pos="228600" algn="l"/>
                <a:tab pos="266700" algn="l"/>
              </a:tabLst>
            </a:pPr>
            <a:endParaRPr lang="en-US" altLang="zh-CN" sz="1400" dirty="0"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>
              <a:lnSpc>
                <a:spcPct val="150000"/>
              </a:lnSpc>
              <a:tabLst>
                <a:tab pos="228600" algn="l"/>
                <a:tab pos="266700" algn="l"/>
              </a:tabLst>
            </a:pPr>
            <a:r>
              <a:rPr lang="zh-CN" altLang="en-US" sz="1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计算逻辑</a:t>
            </a:r>
            <a:endParaRPr lang="zh-CN" altLang="en-US" sz="1400" dirty="0">
              <a:solidFill>
                <a:srgbClr val="C00000"/>
              </a:solidFill>
              <a:effectLst/>
              <a:latin typeface="Calibri" panose="020F0502020204030204" pitchFamily="34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ea"/>
              <a:buAutoNum type="circleNumDbPlain"/>
              <a:tabLst>
                <a:tab pos="228600" algn="l"/>
                <a:tab pos="266700" algn="l"/>
              </a:tabLst>
            </a:pPr>
            <a:r>
              <a:rPr lang="zh-CN" altLang="en-US" sz="1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仅绘制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“A”</a:t>
            </a:r>
            <a:r>
              <a:rPr lang="zh-CN" altLang="en-US" sz="1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，逐个与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SM/DP/BP</a:t>
            </a:r>
            <a:r>
              <a:rPr lang="zh-CN" altLang="en-US" sz="1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比对；</a:t>
            </a:r>
            <a:endParaRPr lang="zh-CN" altLang="en-US" sz="1400" dirty="0">
              <a:solidFill>
                <a:srgbClr val="C00000"/>
              </a:solidFill>
              <a:effectLst/>
              <a:latin typeface="Calibri" panose="020F0502020204030204" pitchFamily="34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ea"/>
              <a:buAutoNum type="circleNumDbPlain"/>
              <a:tabLst>
                <a:tab pos="228600" algn="l"/>
                <a:tab pos="266700" algn="l"/>
              </a:tabLst>
            </a:pPr>
            <a:r>
              <a:rPr lang="zh-CN" altLang="en-US" sz="1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绘制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“A -&gt;”</a:t>
            </a:r>
            <a:r>
              <a:rPr lang="zh-CN" altLang="en-US" sz="1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，仅与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SM</a:t>
            </a:r>
            <a:r>
              <a:rPr lang="zh-CN" altLang="en-US" sz="1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比对；</a:t>
            </a:r>
            <a:endParaRPr lang="zh-CN" altLang="en-US" sz="1400" dirty="0">
              <a:solidFill>
                <a:srgbClr val="C00000"/>
              </a:solidFill>
              <a:effectLst/>
              <a:latin typeface="Calibri" panose="020F0502020204030204" pitchFamily="34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ea"/>
              <a:buAutoNum type="circleNumDbPlain"/>
              <a:tabLst>
                <a:tab pos="228600" algn="l"/>
                <a:tab pos="266700" algn="l"/>
              </a:tabLst>
            </a:pPr>
            <a:r>
              <a:rPr lang="zh-CN" altLang="en-US" sz="1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绘制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“-&gt; B”</a:t>
            </a:r>
            <a:r>
              <a:rPr lang="zh-CN" altLang="en-US" sz="1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，仅与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DP/BP</a:t>
            </a:r>
            <a:r>
              <a:rPr lang="zh-CN" altLang="en-US" sz="1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比对；</a:t>
            </a:r>
            <a:endParaRPr lang="zh-CN" altLang="en-US" sz="1400" dirty="0">
              <a:solidFill>
                <a:srgbClr val="C00000"/>
              </a:solidFill>
              <a:effectLst/>
              <a:latin typeface="Calibri" panose="020F0502020204030204" pitchFamily="34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ea"/>
              <a:buAutoNum type="circleNumDbPlain"/>
              <a:tabLst>
                <a:tab pos="228600" algn="l"/>
                <a:tab pos="266700" algn="l"/>
              </a:tabLst>
            </a:pPr>
            <a:r>
              <a:rPr lang="zh-CN" altLang="en-US" sz="1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绘制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“A -&gt; B”</a:t>
            </a:r>
            <a:r>
              <a:rPr lang="zh-CN" altLang="en-US" sz="1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或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“A+B -&gt; C+D”</a:t>
            </a:r>
            <a:r>
              <a:rPr lang="zh-CN" altLang="en-US" sz="1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，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A/A+B</a:t>
            </a:r>
            <a:r>
              <a:rPr lang="zh-CN" altLang="en-US" sz="1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仅与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SM</a:t>
            </a:r>
            <a:r>
              <a:rPr lang="zh-CN" altLang="en-US" sz="1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比对，同时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B/C+D</a:t>
            </a:r>
            <a:r>
              <a:rPr lang="zh-CN" altLang="en-US" sz="1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与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DP/BP</a:t>
            </a:r>
            <a:r>
              <a:rPr lang="zh-CN" altLang="en-US" sz="14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503050405090304" pitchFamily="18" charset="0"/>
              </a:rPr>
              <a:t>比对；</a:t>
            </a:r>
            <a:endParaRPr lang="zh-CN" altLang="en-US" sz="1400" dirty="0">
              <a:solidFill>
                <a:srgbClr val="C00000"/>
              </a:solidFill>
              <a:effectLst/>
              <a:latin typeface="Calibri" panose="020F0502020204030204" pitchFamily="34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>
              <a:lnSpc>
                <a:spcPct val="150000"/>
              </a:lnSpc>
              <a:tabLst>
                <a:tab pos="228600" algn="l"/>
                <a:tab pos="266700" algn="l"/>
              </a:tabLst>
            </a:pPr>
            <a:endParaRPr lang="zh-CN" altLang="en-US" sz="1400" dirty="0">
              <a:solidFill>
                <a:srgbClr val="C00000"/>
              </a:solidFill>
              <a:effectLst/>
              <a:latin typeface="Calibri" panose="020F0502020204030204" pitchFamily="34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4335" y="1403350"/>
            <a:ext cx="7927975" cy="408241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9"/>
          <p:cNvSpPr>
            <a:spLocks noGrp="1"/>
          </p:cNvSpPr>
          <p:nvPr/>
        </p:nvSpPr>
        <p:spPr>
          <a:xfrm>
            <a:off x="304801" y="97971"/>
            <a:ext cx="8341846" cy="402771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lang="zh-CN" altLang="en-US" sz="3200" b="1" kern="1200" dirty="0" smtClean="0">
                <a:solidFill>
                  <a:srgbClr val="28256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</a:defRPr>
            </a:lvl1pPr>
            <a:lvl2pPr marL="4572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400" dirty="0"/>
              <a:t>Part</a:t>
            </a:r>
            <a:r>
              <a:rPr lang="zh-CN" altLang="en-US" sz="2400" dirty="0"/>
              <a:t> </a:t>
            </a:r>
            <a:r>
              <a:rPr lang="en-US" altLang="zh-CN" sz="2400" dirty="0"/>
              <a:t>02</a:t>
            </a:r>
            <a:r>
              <a:rPr lang="zh-CN" altLang="en-US" sz="2400" dirty="0"/>
              <a:t> 使用介绍 </a:t>
            </a:r>
            <a:r>
              <a:rPr lang="en-US" altLang="zh-CN" sz="2400" dirty="0"/>
              <a:t>–</a:t>
            </a:r>
            <a:r>
              <a:rPr lang="zh-CN" altLang="en-US" sz="2400" dirty="0"/>
              <a:t> 数据管理</a:t>
            </a:r>
            <a:endParaRPr lang="zh-CN" altLang="en-US" sz="2400" dirty="0"/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4"/>
          </p:nvPr>
        </p:nvSpPr>
        <p:spPr>
          <a:xfrm>
            <a:off x="207010" y="6346190"/>
            <a:ext cx="430530" cy="353060"/>
          </a:xfrm>
        </p:spPr>
        <p:txBody>
          <a:bodyPr/>
          <a:lstStyle/>
          <a:p>
            <a:fld id="{DD664289-9D17-A940-A260-00AA4B664C4B}" type="slidenum">
              <a:rPr lang="en-US" smtClean="0"/>
            </a:fld>
            <a:endParaRPr lang="en-US"/>
          </a:p>
        </p:txBody>
      </p:sp>
      <p:grpSp>
        <p:nvGrpSpPr>
          <p:cNvPr id="2" name="组合 1"/>
          <p:cNvGrpSpPr/>
          <p:nvPr/>
        </p:nvGrpSpPr>
        <p:grpSpPr>
          <a:xfrm>
            <a:off x="304800" y="792281"/>
            <a:ext cx="4204137" cy="369331"/>
            <a:chOff x="681008" y="685352"/>
            <a:chExt cx="4204137" cy="369331"/>
          </a:xfrm>
        </p:grpSpPr>
        <p:sp>
          <p:nvSpPr>
            <p:cNvPr id="3" name="文本框 2"/>
            <p:cNvSpPr txBox="1"/>
            <p:nvPr/>
          </p:nvSpPr>
          <p:spPr>
            <a:xfrm>
              <a:off x="681008" y="685352"/>
              <a:ext cx="4204137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>
                  <a:solidFill>
                    <a:srgbClr val="282462"/>
                  </a:solidFill>
                </a:rPr>
                <a:t>Step</a:t>
              </a:r>
              <a:r>
                <a:rPr kumimoji="1" lang="zh-CN" altLang="en-US" b="1" dirty="0">
                  <a:solidFill>
                    <a:srgbClr val="282462"/>
                  </a:solidFill>
                </a:rPr>
                <a:t> </a:t>
              </a:r>
              <a:r>
                <a:rPr kumimoji="1" lang="en-US" altLang="zh-CN" b="1" dirty="0">
                  <a:solidFill>
                    <a:srgbClr val="282462"/>
                  </a:solidFill>
                </a:rPr>
                <a:t>2.</a:t>
              </a:r>
              <a:r>
                <a:rPr kumimoji="1" lang="zh-CN" altLang="en-US" b="1" dirty="0">
                  <a:solidFill>
                    <a:srgbClr val="282462"/>
                  </a:solidFill>
                </a:rPr>
                <a:t> </a:t>
              </a:r>
              <a:r>
                <a:rPr kumimoji="1" lang="zh-CN" altLang="en-US" b="1" dirty="0">
                  <a:solidFill>
                    <a:srgbClr val="C00000"/>
                  </a:solidFill>
                </a:rPr>
                <a:t>数据</a:t>
              </a:r>
              <a:r>
                <a:rPr kumimoji="1" lang="zh-CN" altLang="en-US" b="1" dirty="0">
                  <a:solidFill>
                    <a:srgbClr val="C00000"/>
                  </a:solidFill>
                </a:rPr>
                <a:t>上传</a:t>
              </a:r>
              <a:endParaRPr kumimoji="1" lang="zh-CN" alt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770344" y="1018683"/>
              <a:ext cx="648000" cy="36000"/>
            </a:xfrm>
            <a:prstGeom prst="rect">
              <a:avLst/>
            </a:prstGeom>
            <a:solidFill>
              <a:srgbClr val="2824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8362315" y="1365250"/>
            <a:ext cx="3714115" cy="4170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lvl="0" indent="-342900">
              <a:lnSpc>
                <a:spcPct val="150000"/>
              </a:lnSpc>
              <a:buFont typeface="+mj-ea"/>
              <a:buAutoNum type="circleNumDbPlain"/>
              <a:tabLst>
                <a:tab pos="228600" algn="l"/>
                <a:tab pos="266700" algn="l"/>
              </a:tabLst>
            </a:pPr>
            <a:r>
              <a:rPr lang="zh-CN" altLang="en-US" sz="14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打开</a:t>
            </a:r>
            <a:r>
              <a:rPr lang="zh-CN" altLang="zh-CN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14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数据上传</a:t>
            </a:r>
            <a:r>
              <a:rPr lang="zh-CN" altLang="zh-CN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】页面</a:t>
            </a:r>
            <a:endParaRPr lang="zh-CN" altLang="zh-CN" sz="1400" dirty="0">
              <a:effectLst/>
              <a:latin typeface="Calibri" panose="020F0502020204030204" pitchFamily="34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ea"/>
              <a:buAutoNum type="circleNumDbPlain"/>
              <a:tabLst>
                <a:tab pos="228600" algn="l"/>
                <a:tab pos="266700" algn="l"/>
              </a:tabLst>
            </a:pPr>
            <a:r>
              <a:rPr lang="zh-CN" altLang="en-US" sz="14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点击</a:t>
            </a:r>
            <a:r>
              <a:rPr lang="zh-CN" altLang="zh-CN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点击或拖拽数据文件到此区域上传</a:t>
            </a:r>
            <a:r>
              <a:rPr lang="zh-CN" altLang="zh-CN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r>
              <a:rPr lang="zh-CN" altLang="en-US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，</a:t>
            </a:r>
            <a:r>
              <a:rPr lang="zh-CN" altLang="zh-CN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即可选待上传数据</a:t>
            </a:r>
            <a:endParaRPr lang="zh-CN" altLang="zh-CN" sz="1400" dirty="0"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ea"/>
              <a:buAutoNum type="circleNumDbPlain"/>
              <a:tabLst>
                <a:tab pos="228600" algn="l"/>
                <a:tab pos="266700" algn="l"/>
              </a:tabLst>
            </a:pPr>
            <a:r>
              <a:rPr lang="zh-CN" altLang="zh-CN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也可手动批量拖拽数据上传</a:t>
            </a:r>
            <a:endParaRPr lang="en-US" altLang="zh-CN" sz="1400" dirty="0"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ea"/>
              <a:buAutoNum type="circleNumDbPlain"/>
              <a:tabLst>
                <a:tab pos="228600" algn="l"/>
                <a:tab pos="266700" algn="l"/>
              </a:tabLst>
            </a:pPr>
            <a:endParaRPr lang="en-US" altLang="zh-CN" sz="1400" dirty="0"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>
              <a:lnSpc>
                <a:spcPct val="150000"/>
              </a:lnSpc>
              <a:tabLst>
                <a:tab pos="228600" algn="l"/>
                <a:tab pos="266700" algn="l"/>
              </a:tabLst>
            </a:pPr>
            <a:r>
              <a:rPr lang="zh-CN" altLang="en-US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注</a:t>
            </a:r>
            <a:r>
              <a:rPr lang="en-US" altLang="zh-CN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</a:t>
            </a:r>
            <a:r>
              <a:rPr lang="zh-CN" altLang="en-US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：</a:t>
            </a:r>
            <a:r>
              <a:rPr lang="zh-CN" altLang="en-US" sz="1400" dirty="0">
                <a:solidFill>
                  <a:srgbClr val="C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目前仅支持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.xlsx </a:t>
            </a:r>
            <a:r>
              <a:rPr lang="zh-CN" altLang="en-US" sz="1400" dirty="0">
                <a:solidFill>
                  <a:srgbClr val="C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和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.xls </a:t>
            </a:r>
            <a:r>
              <a:rPr lang="zh-CN" altLang="en-US" sz="1400" dirty="0">
                <a:solidFill>
                  <a:srgbClr val="C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格式，且需按约定好的样式</a:t>
            </a:r>
            <a:r>
              <a:rPr lang="zh-CN" altLang="en-US" sz="1400" dirty="0">
                <a:solidFill>
                  <a:srgbClr val="C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撰写。</a:t>
            </a:r>
            <a:endParaRPr lang="en-US" altLang="zh-CN" sz="1400" dirty="0">
              <a:solidFill>
                <a:srgbClr val="C00000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>
              <a:lnSpc>
                <a:spcPct val="150000"/>
              </a:lnSpc>
              <a:tabLst>
                <a:tab pos="228600" algn="l"/>
                <a:tab pos="266700" algn="l"/>
              </a:tabLst>
            </a:pPr>
            <a:r>
              <a:rPr lang="zh-CN" altLang="en-US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注</a:t>
            </a:r>
            <a:r>
              <a:rPr lang="en-US" altLang="zh-CN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</a:t>
            </a:r>
            <a:r>
              <a:rPr lang="zh-CN" altLang="en-US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：上传的</a:t>
            </a:r>
            <a:r>
              <a:rPr lang="en-US" altLang="zh-CN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excel</a:t>
            </a:r>
            <a:r>
              <a:rPr lang="zh-CN" altLang="en-US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文件会自动结构，并展示解析后的数据，如项目</a:t>
            </a:r>
            <a:r>
              <a:rPr lang="en-US" altLang="zh-CN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ID</a:t>
            </a:r>
            <a:r>
              <a:rPr lang="zh-CN" altLang="en-US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、反应</a:t>
            </a:r>
            <a:r>
              <a:rPr lang="zh-CN" altLang="en-US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数量。</a:t>
            </a:r>
            <a:endParaRPr lang="zh-CN" altLang="en-US" sz="1400" dirty="0">
              <a:solidFill>
                <a:srgbClr val="C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>
              <a:lnSpc>
                <a:spcPct val="150000"/>
              </a:lnSpc>
              <a:tabLst>
                <a:tab pos="228600" algn="l"/>
                <a:tab pos="266700" algn="l"/>
              </a:tabLst>
            </a:pPr>
            <a:r>
              <a:rPr lang="zh-CN" altLang="en-US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注：解析完成仅代表数据预处理完成，但并未存入</a:t>
            </a:r>
            <a:r>
              <a:rPr lang="zh-CN" altLang="en-US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数据库。</a:t>
            </a:r>
            <a:endParaRPr lang="zh-CN" altLang="en-US" sz="1400" dirty="0">
              <a:solidFill>
                <a:srgbClr val="C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369695"/>
            <a:ext cx="8017510" cy="417004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9"/>
          <p:cNvSpPr>
            <a:spLocks noGrp="1"/>
          </p:cNvSpPr>
          <p:nvPr/>
        </p:nvSpPr>
        <p:spPr>
          <a:xfrm>
            <a:off x="304801" y="97971"/>
            <a:ext cx="8341846" cy="402771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lang="zh-CN" altLang="en-US" sz="3200" b="1" kern="1200" dirty="0" smtClean="0">
                <a:solidFill>
                  <a:srgbClr val="28256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</a:defRPr>
            </a:lvl1pPr>
            <a:lvl2pPr marL="4572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400" dirty="0"/>
              <a:t>Part</a:t>
            </a:r>
            <a:r>
              <a:rPr lang="zh-CN" altLang="en-US" sz="2400" dirty="0"/>
              <a:t> </a:t>
            </a:r>
            <a:r>
              <a:rPr lang="en-US" altLang="zh-CN" sz="2400" dirty="0"/>
              <a:t>02</a:t>
            </a:r>
            <a:r>
              <a:rPr lang="zh-CN" altLang="en-US" sz="2400" dirty="0"/>
              <a:t> 使用介绍 </a:t>
            </a:r>
            <a:r>
              <a:rPr lang="en-US" altLang="zh-CN" sz="2400" dirty="0"/>
              <a:t>–</a:t>
            </a:r>
            <a:r>
              <a:rPr lang="zh-CN" altLang="en-US" sz="2400" dirty="0"/>
              <a:t> </a:t>
            </a:r>
            <a:r>
              <a:rPr sz="2400">
                <a:sym typeface="+mn-ea"/>
              </a:rPr>
              <a:t>数据管理</a:t>
            </a:r>
            <a:endParaRPr lang="zh-CN" altLang="en-US" sz="2400" dirty="0"/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4"/>
          </p:nvPr>
        </p:nvSpPr>
        <p:spPr>
          <a:xfrm>
            <a:off x="207010" y="6346190"/>
            <a:ext cx="453390" cy="353060"/>
          </a:xfrm>
        </p:spPr>
        <p:txBody>
          <a:bodyPr/>
          <a:lstStyle/>
          <a:p>
            <a:fld id="{DD664289-9D17-A940-A260-00AA4B664C4B}" type="slidenum">
              <a:rPr lang="en-US" smtClean="0"/>
            </a:fld>
            <a:endParaRPr lang="en-US"/>
          </a:p>
        </p:txBody>
      </p:sp>
      <p:grpSp>
        <p:nvGrpSpPr>
          <p:cNvPr id="2" name="组合 1"/>
          <p:cNvGrpSpPr/>
          <p:nvPr/>
        </p:nvGrpSpPr>
        <p:grpSpPr>
          <a:xfrm>
            <a:off x="304800" y="792281"/>
            <a:ext cx="4204137" cy="369331"/>
            <a:chOff x="681008" y="685352"/>
            <a:chExt cx="4204137" cy="369331"/>
          </a:xfrm>
        </p:grpSpPr>
        <p:sp>
          <p:nvSpPr>
            <p:cNvPr id="3" name="文本框 2"/>
            <p:cNvSpPr txBox="1"/>
            <p:nvPr/>
          </p:nvSpPr>
          <p:spPr>
            <a:xfrm>
              <a:off x="681008" y="685352"/>
              <a:ext cx="4204137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>
                  <a:solidFill>
                    <a:srgbClr val="282462"/>
                  </a:solidFill>
                </a:rPr>
                <a:t>Step</a:t>
              </a:r>
              <a:r>
                <a:rPr kumimoji="1" lang="zh-CN" altLang="en-US" b="1" dirty="0">
                  <a:solidFill>
                    <a:srgbClr val="282462"/>
                  </a:solidFill>
                </a:rPr>
                <a:t> </a:t>
              </a:r>
              <a:r>
                <a:rPr kumimoji="1" lang="en-US" altLang="zh-CN" b="1" dirty="0">
                  <a:solidFill>
                    <a:srgbClr val="282462"/>
                  </a:solidFill>
                </a:rPr>
                <a:t>2.</a:t>
              </a:r>
              <a:r>
                <a:rPr kumimoji="1" lang="zh-CN" altLang="en-US" b="1" dirty="0">
                  <a:solidFill>
                    <a:srgbClr val="282462"/>
                  </a:solidFill>
                </a:rPr>
                <a:t> </a:t>
              </a:r>
              <a:r>
                <a:rPr kumimoji="1" lang="zh-CN" altLang="en-US" b="1" dirty="0">
                  <a:solidFill>
                    <a:srgbClr val="C00000"/>
                  </a:solidFill>
                </a:rPr>
                <a:t>数据</a:t>
              </a:r>
              <a:r>
                <a:rPr kumimoji="1" lang="zh-CN" altLang="en-US" b="1" dirty="0">
                  <a:solidFill>
                    <a:srgbClr val="C00000"/>
                  </a:solidFill>
                </a:rPr>
                <a:t>预览</a:t>
              </a:r>
              <a:endParaRPr kumimoji="1" lang="zh-CN" alt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770344" y="1018683"/>
              <a:ext cx="648000" cy="36000"/>
            </a:xfrm>
            <a:prstGeom prst="rect">
              <a:avLst/>
            </a:prstGeom>
            <a:solidFill>
              <a:srgbClr val="2824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8362315" y="1365250"/>
            <a:ext cx="3714115" cy="32277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lvl="0" indent="-342900">
              <a:lnSpc>
                <a:spcPct val="150000"/>
              </a:lnSpc>
              <a:buFont typeface="+mj-ea"/>
              <a:buAutoNum type="circleNumDbPlain"/>
              <a:tabLst>
                <a:tab pos="228600" algn="l"/>
                <a:tab pos="266700" algn="l"/>
              </a:tabLst>
            </a:pPr>
            <a:r>
              <a:rPr lang="zh-CN" altLang="en-US" sz="14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打开</a:t>
            </a:r>
            <a:r>
              <a:rPr lang="zh-CN" altLang="zh-CN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14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操作</a:t>
            </a:r>
            <a:r>
              <a:rPr lang="zh-CN" altLang="zh-CN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r>
              <a:rPr lang="en-US" altLang="zh-CN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-</a:t>
            </a:r>
            <a:r>
              <a:rPr lang="zh-CN" altLang="en-US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【眼睛】图标</a:t>
            </a:r>
            <a:endParaRPr lang="zh-CN" altLang="zh-CN" sz="1400" dirty="0">
              <a:effectLst/>
              <a:latin typeface="Calibri" panose="020F0502020204030204" pitchFamily="34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ea"/>
              <a:buAutoNum type="circleNumDbPlain"/>
              <a:tabLst>
                <a:tab pos="228600" algn="l"/>
                <a:tab pos="266700" algn="l"/>
              </a:tabLst>
            </a:pPr>
            <a:r>
              <a:rPr lang="zh-CN" altLang="en-US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弹出窗口，可预览上传的</a:t>
            </a:r>
            <a:r>
              <a:rPr lang="zh-CN" altLang="en-US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数据文件</a:t>
            </a:r>
            <a:endParaRPr lang="en-US" altLang="zh-CN" sz="1400" dirty="0"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ea"/>
              <a:buAutoNum type="circleNumDbPlain"/>
              <a:tabLst>
                <a:tab pos="228600" algn="l"/>
                <a:tab pos="266700" algn="l"/>
              </a:tabLst>
            </a:pPr>
            <a:endParaRPr lang="en-US" altLang="zh-CN" sz="1400" dirty="0"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>
              <a:lnSpc>
                <a:spcPct val="150000"/>
              </a:lnSpc>
              <a:tabLst>
                <a:tab pos="228600" algn="l"/>
                <a:tab pos="266700" algn="l"/>
              </a:tabLst>
            </a:pPr>
            <a:r>
              <a:rPr lang="zh-CN" altLang="en-US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注</a:t>
            </a:r>
            <a:r>
              <a:rPr lang="en-US" altLang="zh-CN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</a:t>
            </a:r>
            <a:r>
              <a:rPr lang="zh-CN" altLang="en-US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：如</a:t>
            </a:r>
            <a:r>
              <a:rPr lang="zh-CN" altLang="en-US" sz="1400" dirty="0">
                <a:solidFill>
                  <a:srgbClr val="C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上传数据错误，或系统解析错误，可修改数据后再次</a:t>
            </a:r>
            <a:r>
              <a:rPr lang="zh-CN" altLang="en-US" sz="1400" dirty="0">
                <a:solidFill>
                  <a:srgbClr val="C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上传。</a:t>
            </a:r>
            <a:endParaRPr lang="en-US" altLang="zh-CN" sz="1400" dirty="0">
              <a:solidFill>
                <a:srgbClr val="C00000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>
              <a:lnSpc>
                <a:spcPct val="150000"/>
              </a:lnSpc>
              <a:tabLst>
                <a:tab pos="228600" algn="l"/>
                <a:tab pos="266700" algn="l"/>
              </a:tabLst>
            </a:pPr>
            <a:r>
              <a:rPr lang="zh-CN" altLang="en-US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注</a:t>
            </a:r>
            <a:r>
              <a:rPr lang="en-US" altLang="zh-CN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</a:t>
            </a:r>
            <a:r>
              <a:rPr lang="zh-CN" altLang="en-US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：如数据已修改准确，但上传后解析错误，请联系</a:t>
            </a:r>
            <a:r>
              <a:rPr lang="zh-CN" altLang="en-US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管理员。</a:t>
            </a:r>
            <a:endParaRPr lang="zh-CN" altLang="zh-CN" sz="1400" dirty="0">
              <a:solidFill>
                <a:srgbClr val="C00000"/>
              </a:solidFill>
              <a:effectLst/>
              <a:latin typeface="Calibri" panose="020F0502020204030204" pitchFamily="34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365250"/>
            <a:ext cx="7955915" cy="40894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9"/>
          <p:cNvSpPr>
            <a:spLocks noGrp="1"/>
          </p:cNvSpPr>
          <p:nvPr/>
        </p:nvSpPr>
        <p:spPr>
          <a:xfrm>
            <a:off x="304801" y="97971"/>
            <a:ext cx="8341846" cy="402771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lang="zh-CN" altLang="en-US" sz="3200" b="1" kern="1200" dirty="0" smtClean="0">
                <a:solidFill>
                  <a:srgbClr val="28256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</a:defRPr>
            </a:lvl1pPr>
            <a:lvl2pPr marL="4572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400" dirty="0"/>
              <a:t>Part</a:t>
            </a:r>
            <a:r>
              <a:rPr lang="zh-CN" altLang="en-US" sz="2400" dirty="0"/>
              <a:t> </a:t>
            </a:r>
            <a:r>
              <a:rPr lang="en-US" altLang="zh-CN" sz="2400" dirty="0"/>
              <a:t>02</a:t>
            </a:r>
            <a:r>
              <a:rPr lang="zh-CN" altLang="en-US" sz="2400" dirty="0"/>
              <a:t> 使用介绍 </a:t>
            </a:r>
            <a:r>
              <a:rPr lang="en-US" altLang="zh-CN" sz="2400" dirty="0"/>
              <a:t>–</a:t>
            </a:r>
            <a:r>
              <a:rPr lang="zh-CN" altLang="en-US" sz="2400" dirty="0"/>
              <a:t> </a:t>
            </a:r>
            <a:r>
              <a:rPr sz="2400">
                <a:sym typeface="+mn-ea"/>
              </a:rPr>
              <a:t>数据管理</a:t>
            </a:r>
            <a:endParaRPr lang="zh-CN" altLang="en-US" sz="2400" dirty="0"/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4"/>
          </p:nvPr>
        </p:nvSpPr>
        <p:spPr>
          <a:xfrm>
            <a:off x="207010" y="6346190"/>
            <a:ext cx="418465" cy="353060"/>
          </a:xfrm>
        </p:spPr>
        <p:txBody>
          <a:bodyPr/>
          <a:lstStyle/>
          <a:p>
            <a:fld id="{DD664289-9D17-A940-A260-00AA4B664C4B}" type="slidenum">
              <a:rPr lang="en-US" smtClean="0"/>
            </a:fld>
            <a:endParaRPr lang="en-US"/>
          </a:p>
        </p:txBody>
      </p:sp>
      <p:grpSp>
        <p:nvGrpSpPr>
          <p:cNvPr id="2" name="组合 1"/>
          <p:cNvGrpSpPr/>
          <p:nvPr/>
        </p:nvGrpSpPr>
        <p:grpSpPr>
          <a:xfrm>
            <a:off x="304800" y="792281"/>
            <a:ext cx="4204137" cy="369331"/>
            <a:chOff x="681008" y="685352"/>
            <a:chExt cx="4204137" cy="369331"/>
          </a:xfrm>
        </p:grpSpPr>
        <p:sp>
          <p:nvSpPr>
            <p:cNvPr id="3" name="文本框 2"/>
            <p:cNvSpPr txBox="1"/>
            <p:nvPr/>
          </p:nvSpPr>
          <p:spPr>
            <a:xfrm>
              <a:off x="681008" y="685352"/>
              <a:ext cx="4204137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>
                  <a:solidFill>
                    <a:srgbClr val="282462"/>
                  </a:solidFill>
                </a:rPr>
                <a:t>Step</a:t>
              </a:r>
              <a:r>
                <a:rPr kumimoji="1" lang="zh-CN" altLang="en-US" b="1" dirty="0">
                  <a:solidFill>
                    <a:srgbClr val="282462"/>
                  </a:solidFill>
                </a:rPr>
                <a:t> </a:t>
              </a:r>
              <a:r>
                <a:rPr kumimoji="1" lang="en-US" altLang="zh-CN" b="1" dirty="0">
                  <a:solidFill>
                    <a:srgbClr val="282462"/>
                  </a:solidFill>
                </a:rPr>
                <a:t>2.</a:t>
              </a:r>
              <a:r>
                <a:rPr kumimoji="1" lang="zh-CN" altLang="en-US" b="1" dirty="0">
                  <a:solidFill>
                    <a:srgbClr val="282462"/>
                  </a:solidFill>
                </a:rPr>
                <a:t> </a:t>
              </a:r>
              <a:r>
                <a:rPr kumimoji="1" lang="zh-CN" altLang="en-US" b="1" dirty="0">
                  <a:solidFill>
                    <a:srgbClr val="C00000"/>
                  </a:solidFill>
                </a:rPr>
                <a:t>数据</a:t>
              </a:r>
              <a:r>
                <a:rPr kumimoji="1" lang="zh-CN" altLang="en-US" b="1" dirty="0">
                  <a:solidFill>
                    <a:srgbClr val="C00000"/>
                  </a:solidFill>
                </a:rPr>
                <a:t>入库</a:t>
              </a:r>
              <a:endParaRPr kumimoji="1" lang="zh-CN" alt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770344" y="1018683"/>
              <a:ext cx="648000" cy="36000"/>
            </a:xfrm>
            <a:prstGeom prst="rect">
              <a:avLst/>
            </a:prstGeom>
            <a:solidFill>
              <a:srgbClr val="2824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8362315" y="1365250"/>
            <a:ext cx="3714115" cy="41421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lvl="0" indent="-342900">
              <a:lnSpc>
                <a:spcPct val="150000"/>
              </a:lnSpc>
              <a:buFont typeface="+mj-ea"/>
              <a:buAutoNum type="circleNumDbPlain"/>
              <a:tabLst>
                <a:tab pos="228600" algn="l"/>
                <a:tab pos="266700" algn="l"/>
              </a:tabLst>
            </a:pPr>
            <a:r>
              <a:rPr lang="zh-CN" altLang="zh-CN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数据状态主要有：正在解析、解析完成、</a:t>
            </a:r>
            <a:r>
              <a:rPr lang="zh-CN" altLang="zh-CN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已入库</a:t>
            </a:r>
            <a:endParaRPr lang="zh-CN" altLang="zh-CN" sz="1400" dirty="0"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ea"/>
              <a:buAutoNum type="circleNumDbPlain"/>
              <a:tabLst>
                <a:tab pos="228600" algn="l"/>
                <a:tab pos="266700" algn="l"/>
              </a:tabLst>
            </a:pPr>
            <a:r>
              <a:rPr lang="zh-CN" altLang="zh-CN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当数据预览完成，且数据准确时，可点击</a:t>
            </a:r>
            <a:r>
              <a:rPr lang="zh-CN" altLang="zh-CN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【</a:t>
            </a:r>
            <a:r>
              <a:rPr lang="zh-CN" altLang="en-US" sz="14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操作</a:t>
            </a:r>
            <a:r>
              <a:rPr lang="zh-CN" altLang="zh-CN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】</a:t>
            </a:r>
            <a:r>
              <a:rPr lang="en-US" altLang="zh-CN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-</a:t>
            </a:r>
            <a:r>
              <a:rPr lang="zh-CN" altLang="en-US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【</a:t>
            </a:r>
            <a:r>
              <a:rPr lang="zh-CN" altLang="en-US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勾】图标</a:t>
            </a:r>
            <a:endParaRPr lang="zh-CN" altLang="en-US" sz="1400" dirty="0"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marL="342900" lvl="0" indent="-342900">
              <a:lnSpc>
                <a:spcPct val="150000"/>
              </a:lnSpc>
              <a:buFont typeface="+mj-ea"/>
              <a:buAutoNum type="circleNumDbPlain"/>
              <a:tabLst>
                <a:tab pos="228600" algn="l"/>
                <a:tab pos="266700" algn="l"/>
              </a:tabLst>
            </a:pPr>
            <a:r>
              <a:rPr lang="zh-CN" altLang="en-US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数据开始入库，当状态为已入库，表示数据已存入数据库，支持查询</a:t>
            </a:r>
            <a:endParaRPr lang="en-US" altLang="zh-CN" sz="1400" dirty="0"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ea"/>
              <a:buAutoNum type="circleNumDbPlain"/>
              <a:tabLst>
                <a:tab pos="228600" algn="l"/>
                <a:tab pos="266700" algn="l"/>
              </a:tabLst>
            </a:pPr>
            <a:endParaRPr lang="en-US" altLang="zh-CN" sz="1400" dirty="0"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>
              <a:lnSpc>
                <a:spcPct val="150000"/>
              </a:lnSpc>
              <a:tabLst>
                <a:tab pos="228600" algn="l"/>
                <a:tab pos="266700" algn="l"/>
              </a:tabLst>
            </a:pPr>
            <a:r>
              <a:rPr lang="zh-CN" altLang="en-US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注</a:t>
            </a:r>
            <a:r>
              <a:rPr lang="en-US" altLang="zh-CN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</a:t>
            </a:r>
            <a:r>
              <a:rPr lang="zh-CN" altLang="en-US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：</a:t>
            </a:r>
            <a:r>
              <a:rPr lang="zh-CN" altLang="en-US" sz="1400" dirty="0">
                <a:solidFill>
                  <a:srgbClr val="C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数据的入库或删除，可批量</a:t>
            </a:r>
            <a:r>
              <a:rPr lang="zh-CN" altLang="en-US" sz="1400" dirty="0">
                <a:solidFill>
                  <a:srgbClr val="C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处理。</a:t>
            </a:r>
            <a:endParaRPr lang="zh-CN" altLang="zh-CN" sz="1400" dirty="0">
              <a:solidFill>
                <a:srgbClr val="C00000"/>
              </a:solidFill>
              <a:effectLst/>
              <a:latin typeface="Calibri" panose="020F0502020204030204" pitchFamily="34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010" y="1398270"/>
            <a:ext cx="7999095" cy="410908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9"/>
          <p:cNvSpPr>
            <a:spLocks noGrp="1"/>
          </p:cNvSpPr>
          <p:nvPr/>
        </p:nvSpPr>
        <p:spPr>
          <a:xfrm>
            <a:off x="304801" y="97971"/>
            <a:ext cx="8341846" cy="402771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lang="zh-CN" altLang="en-US" sz="3200" b="1" kern="1200" dirty="0" smtClean="0">
                <a:solidFill>
                  <a:srgbClr val="28256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</a:defRPr>
            </a:lvl1pPr>
            <a:lvl2pPr marL="4572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400" dirty="0"/>
              <a:t>Part</a:t>
            </a:r>
            <a:r>
              <a:rPr lang="zh-CN" altLang="en-US" sz="2400" dirty="0"/>
              <a:t> </a:t>
            </a:r>
            <a:r>
              <a:rPr lang="en-US" altLang="zh-CN" sz="2400" dirty="0"/>
              <a:t>02</a:t>
            </a:r>
            <a:r>
              <a:rPr lang="zh-CN" altLang="en-US" sz="2400" dirty="0"/>
              <a:t> 使用介绍 </a:t>
            </a:r>
            <a:r>
              <a:rPr lang="en-US" altLang="zh-CN" sz="2400" dirty="0"/>
              <a:t>–</a:t>
            </a:r>
            <a:r>
              <a:rPr lang="zh-CN" altLang="en-US" sz="2400" dirty="0"/>
              <a:t> 智能问答</a:t>
            </a:r>
            <a:endParaRPr lang="zh-CN" altLang="en-US" sz="2400" dirty="0"/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4"/>
          </p:nvPr>
        </p:nvSpPr>
        <p:spPr>
          <a:xfrm>
            <a:off x="207010" y="6346190"/>
            <a:ext cx="430530" cy="353060"/>
          </a:xfrm>
        </p:spPr>
        <p:txBody>
          <a:bodyPr/>
          <a:lstStyle/>
          <a:p>
            <a:fld id="{DD664289-9D17-A940-A260-00AA4B664C4B}" type="slidenum">
              <a:rPr lang="en-US" smtClean="0"/>
            </a:fld>
            <a:endParaRPr lang="en-US"/>
          </a:p>
        </p:txBody>
      </p:sp>
      <p:grpSp>
        <p:nvGrpSpPr>
          <p:cNvPr id="2" name="组合 1"/>
          <p:cNvGrpSpPr/>
          <p:nvPr/>
        </p:nvGrpSpPr>
        <p:grpSpPr>
          <a:xfrm>
            <a:off x="304800" y="792281"/>
            <a:ext cx="4204137" cy="369331"/>
            <a:chOff x="681008" y="685352"/>
            <a:chExt cx="4204137" cy="369331"/>
          </a:xfrm>
        </p:grpSpPr>
        <p:sp>
          <p:nvSpPr>
            <p:cNvPr id="3" name="文本框 2"/>
            <p:cNvSpPr txBox="1"/>
            <p:nvPr/>
          </p:nvSpPr>
          <p:spPr>
            <a:xfrm>
              <a:off x="681008" y="685352"/>
              <a:ext cx="4204137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>
                  <a:solidFill>
                    <a:srgbClr val="282462"/>
                  </a:solidFill>
                </a:rPr>
                <a:t>Step</a:t>
              </a:r>
              <a:r>
                <a:rPr kumimoji="1" lang="zh-CN" altLang="en-US" b="1" dirty="0">
                  <a:solidFill>
                    <a:srgbClr val="282462"/>
                  </a:solidFill>
                </a:rPr>
                <a:t> </a:t>
              </a:r>
              <a:r>
                <a:rPr kumimoji="1" lang="en-US" altLang="zh-CN" b="1" dirty="0">
                  <a:solidFill>
                    <a:srgbClr val="282462"/>
                  </a:solidFill>
                </a:rPr>
                <a:t>2.</a:t>
              </a:r>
              <a:r>
                <a:rPr kumimoji="1" lang="zh-CN" altLang="en-US" b="1" dirty="0">
                  <a:solidFill>
                    <a:srgbClr val="282462"/>
                  </a:solidFill>
                </a:rPr>
                <a:t> 新建</a:t>
              </a:r>
              <a:r>
                <a:rPr kumimoji="1" lang="zh-CN" altLang="en-US" b="1" dirty="0">
                  <a:solidFill>
                    <a:srgbClr val="C00000"/>
                  </a:solidFill>
                </a:rPr>
                <a:t>对话</a:t>
              </a:r>
              <a:endParaRPr kumimoji="1" lang="zh-CN" alt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770344" y="1018683"/>
              <a:ext cx="648000" cy="36000"/>
            </a:xfrm>
            <a:prstGeom prst="rect">
              <a:avLst/>
            </a:prstGeom>
            <a:solidFill>
              <a:srgbClr val="2824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010" y="1365250"/>
            <a:ext cx="8101330" cy="41783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362315" y="1365250"/>
            <a:ext cx="3714115" cy="414210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marL="342900" lvl="0" indent="-342900">
              <a:lnSpc>
                <a:spcPct val="150000"/>
              </a:lnSpc>
              <a:buFont typeface="+mj-ea"/>
              <a:buAutoNum type="circleNumDbPlain"/>
              <a:tabLst>
                <a:tab pos="228600" algn="l"/>
                <a:tab pos="266700" algn="l"/>
              </a:tabLst>
            </a:pPr>
            <a:r>
              <a:rPr lang="zh-CN" altLang="zh-CN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数据状态主要有：正在解析、解析完成、</a:t>
            </a:r>
            <a:r>
              <a:rPr lang="zh-CN" altLang="zh-CN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已入库</a:t>
            </a:r>
            <a:endParaRPr lang="zh-CN" altLang="zh-CN" sz="1400" dirty="0"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ea"/>
              <a:buAutoNum type="circleNumDbPlain"/>
              <a:tabLst>
                <a:tab pos="228600" algn="l"/>
                <a:tab pos="266700" algn="l"/>
              </a:tabLst>
            </a:pPr>
            <a:r>
              <a:rPr lang="zh-CN" altLang="zh-CN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当数据预览完成，且数据准确时，可点击</a:t>
            </a:r>
            <a:r>
              <a:rPr lang="zh-CN" altLang="zh-CN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【</a:t>
            </a:r>
            <a:r>
              <a:rPr lang="zh-CN" altLang="en-US" sz="14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操作</a:t>
            </a:r>
            <a:r>
              <a:rPr lang="zh-CN" altLang="zh-CN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】</a:t>
            </a:r>
            <a:r>
              <a:rPr lang="en-US" altLang="zh-CN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-</a:t>
            </a:r>
            <a:r>
              <a:rPr lang="zh-CN" altLang="en-US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【</a:t>
            </a:r>
            <a:r>
              <a:rPr lang="zh-CN" altLang="en-US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勾】图标</a:t>
            </a:r>
            <a:endParaRPr lang="zh-CN" altLang="en-US" sz="1400" dirty="0"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marL="342900" lvl="0" indent="-342900">
              <a:lnSpc>
                <a:spcPct val="150000"/>
              </a:lnSpc>
              <a:buFont typeface="+mj-ea"/>
              <a:buAutoNum type="circleNumDbPlain"/>
              <a:tabLst>
                <a:tab pos="228600" algn="l"/>
                <a:tab pos="266700" algn="l"/>
              </a:tabLst>
            </a:pPr>
            <a:r>
              <a:rPr lang="zh-CN" altLang="en-US" sz="140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数据开始入库，当状态为已入库，表示数据已存入数据库，支持查询</a:t>
            </a:r>
            <a:endParaRPr lang="en-US" altLang="zh-CN" sz="1400" dirty="0"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ea"/>
              <a:buAutoNum type="circleNumDbPlain"/>
              <a:tabLst>
                <a:tab pos="228600" algn="l"/>
                <a:tab pos="266700" algn="l"/>
              </a:tabLst>
            </a:pPr>
            <a:endParaRPr lang="en-US" altLang="zh-CN" sz="1400" dirty="0"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>
              <a:lnSpc>
                <a:spcPct val="150000"/>
              </a:lnSpc>
              <a:tabLst>
                <a:tab pos="228600" algn="l"/>
                <a:tab pos="266700" algn="l"/>
              </a:tabLst>
            </a:pPr>
            <a:r>
              <a:rPr lang="zh-CN" altLang="en-US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注</a:t>
            </a:r>
            <a:r>
              <a:rPr lang="en-US" altLang="zh-CN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</a:t>
            </a:r>
            <a:r>
              <a:rPr lang="zh-CN" altLang="en-US" sz="14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：</a:t>
            </a:r>
            <a:r>
              <a:rPr lang="zh-CN" altLang="en-US" sz="1400" dirty="0">
                <a:solidFill>
                  <a:srgbClr val="C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数据的入库或删除，可批量</a:t>
            </a:r>
            <a:r>
              <a:rPr lang="zh-CN" altLang="en-US" sz="1400" dirty="0">
                <a:solidFill>
                  <a:srgbClr val="C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处理。</a:t>
            </a:r>
            <a:endParaRPr lang="zh-CN" altLang="zh-CN" sz="1400" dirty="0">
              <a:solidFill>
                <a:srgbClr val="C00000"/>
              </a:solidFill>
              <a:effectLst/>
              <a:latin typeface="Calibri" panose="020F0502020204030204" pitchFamily="34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/>
              <a:t>用户</a:t>
            </a:r>
            <a:r>
              <a:rPr dirty="0"/>
              <a:t>管理</a:t>
            </a:r>
            <a:endParaRPr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9"/>
          <p:cNvSpPr>
            <a:spLocks noGrp="1"/>
          </p:cNvSpPr>
          <p:nvPr/>
        </p:nvSpPr>
        <p:spPr>
          <a:xfrm>
            <a:off x="304801" y="97971"/>
            <a:ext cx="8341846" cy="402771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lang="zh-CN" altLang="en-US" sz="3200" b="1" kern="1200" dirty="0" smtClean="0">
                <a:solidFill>
                  <a:srgbClr val="28256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</a:defRPr>
            </a:lvl1pPr>
            <a:lvl2pPr marL="4572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400" dirty="0"/>
              <a:t>Part</a:t>
            </a:r>
            <a:r>
              <a:rPr lang="zh-CN" altLang="en-US" sz="2400" dirty="0"/>
              <a:t> </a:t>
            </a:r>
            <a:r>
              <a:rPr lang="en-US" altLang="zh-CN" sz="2400" dirty="0"/>
              <a:t>03</a:t>
            </a:r>
            <a:r>
              <a:rPr lang="zh-CN" altLang="en-US" sz="2400" dirty="0"/>
              <a:t> 用户</a:t>
            </a:r>
            <a:r>
              <a:rPr lang="zh-CN" altLang="en-US" sz="2400" dirty="0"/>
              <a:t>管理</a:t>
            </a:r>
            <a:endParaRPr lang="zh-CN" altLang="en-US" sz="2400" dirty="0"/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4"/>
          </p:nvPr>
        </p:nvSpPr>
        <p:spPr>
          <a:xfrm>
            <a:off x="206827" y="6346371"/>
            <a:ext cx="371242" cy="353332"/>
          </a:xfrm>
        </p:spPr>
        <p:txBody>
          <a:bodyPr/>
          <a:lstStyle/>
          <a:p>
            <a:fld id="{DD664289-9D17-A940-A260-00AA4B664C4B}" type="slidenum">
              <a:rPr lang="en-US" smtClean="0"/>
            </a:fld>
            <a:endParaRPr lang="en-US"/>
          </a:p>
        </p:txBody>
      </p:sp>
      <p:sp>
        <p:nvSpPr>
          <p:cNvPr id="9" name="文本框 8"/>
          <p:cNvSpPr txBox="1"/>
          <p:nvPr/>
        </p:nvSpPr>
        <p:spPr>
          <a:xfrm>
            <a:off x="206827" y="849752"/>
            <a:ext cx="11680372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 smtClean="0">
                <a:solidFill>
                  <a:srgbClr val="28256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用户管理：支持创建、管理、删除用户。</a:t>
            </a:r>
            <a:endParaRPr lang="zh-CN" altLang="en-US" sz="1400" b="1" dirty="0" smtClean="0">
              <a:solidFill>
                <a:srgbClr val="28256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282462"/>
                </a:solidFill>
                <a:effectLst/>
                <a:latin typeface="Times New Roman" panose="02020503050405090304" pitchFamily="18" charset="0"/>
                <a:ea typeface="宋体" pitchFamily="2" charset="-122"/>
              </a:rPr>
              <a:t>权限配置：分为主管理员、人员管理、数据管理、数据查询</a:t>
            </a:r>
            <a:r>
              <a:rPr lang="zh-CN" altLang="en-US" sz="1400" b="1" dirty="0">
                <a:solidFill>
                  <a:srgbClr val="282462"/>
                </a:solidFill>
                <a:effectLst/>
                <a:latin typeface="Times New Roman" panose="02020503050405090304" pitchFamily="18" charset="0"/>
                <a:ea typeface="宋体" pitchFamily="2" charset="-122"/>
              </a:rPr>
              <a:t>权限。</a:t>
            </a:r>
            <a:endParaRPr lang="zh-CN" altLang="en-US" sz="1400" b="1" dirty="0">
              <a:solidFill>
                <a:srgbClr val="282462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678305"/>
            <a:ext cx="9093200" cy="466788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9"/>
          <p:cNvSpPr>
            <a:spLocks noGrp="1"/>
          </p:cNvSpPr>
          <p:nvPr/>
        </p:nvSpPr>
        <p:spPr>
          <a:xfrm>
            <a:off x="304801" y="97971"/>
            <a:ext cx="8341846" cy="402771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lang="zh-CN" altLang="en-US" sz="3200" b="1" kern="1200" dirty="0" smtClean="0">
                <a:solidFill>
                  <a:srgbClr val="28256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</a:defRPr>
            </a:lvl1pPr>
            <a:lvl2pPr marL="4572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400" dirty="0"/>
              <a:t>Part</a:t>
            </a:r>
            <a:r>
              <a:rPr lang="zh-CN" altLang="en-US" sz="2400" dirty="0"/>
              <a:t> </a:t>
            </a:r>
            <a:r>
              <a:rPr lang="en-US" altLang="zh-CN" sz="2400" dirty="0"/>
              <a:t>03</a:t>
            </a:r>
            <a:r>
              <a:rPr lang="zh-CN" altLang="en-US" sz="2400" dirty="0"/>
              <a:t> 用户</a:t>
            </a:r>
            <a:r>
              <a:rPr lang="zh-CN" altLang="en-US" sz="2400" dirty="0"/>
              <a:t>管理</a:t>
            </a:r>
            <a:endParaRPr lang="zh-CN" altLang="en-US" sz="2400" dirty="0"/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4"/>
          </p:nvPr>
        </p:nvSpPr>
        <p:spPr>
          <a:xfrm>
            <a:off x="206827" y="6346371"/>
            <a:ext cx="371242" cy="353332"/>
          </a:xfrm>
        </p:spPr>
        <p:txBody>
          <a:bodyPr/>
          <a:lstStyle/>
          <a:p>
            <a:fld id="{DD664289-9D17-A940-A260-00AA4B664C4B}" type="slidenum">
              <a:rPr lang="en-US" smtClean="0"/>
            </a:fld>
            <a:endParaRPr 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16710"/>
            <a:ext cx="12192000" cy="362394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9"/>
          <p:cNvSpPr>
            <a:spLocks noGrp="1"/>
          </p:cNvSpPr>
          <p:nvPr/>
        </p:nvSpPr>
        <p:spPr>
          <a:xfrm>
            <a:off x="304801" y="97971"/>
            <a:ext cx="8341846" cy="402771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lang="zh-CN" altLang="en-US" sz="3200" b="1" kern="1200" dirty="0" smtClean="0">
                <a:solidFill>
                  <a:srgbClr val="28256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</a:defRPr>
            </a:lvl1pPr>
            <a:lvl2pPr marL="4572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400" dirty="0"/>
              <a:t>Part</a:t>
            </a:r>
            <a:r>
              <a:rPr lang="zh-CN" altLang="en-US" sz="2400" dirty="0"/>
              <a:t> </a:t>
            </a:r>
            <a:r>
              <a:rPr lang="en-US" altLang="zh-CN" sz="2400" dirty="0"/>
              <a:t>03</a:t>
            </a:r>
            <a:r>
              <a:rPr lang="zh-CN" altLang="en-US" sz="2400" dirty="0"/>
              <a:t> 用户</a:t>
            </a:r>
            <a:r>
              <a:rPr lang="zh-CN" altLang="en-US" sz="2400" dirty="0"/>
              <a:t>管理</a:t>
            </a:r>
            <a:endParaRPr lang="zh-CN" altLang="en-US" sz="2400" dirty="0"/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4"/>
          </p:nvPr>
        </p:nvSpPr>
        <p:spPr>
          <a:xfrm>
            <a:off x="206827" y="6346371"/>
            <a:ext cx="371242" cy="353332"/>
          </a:xfrm>
        </p:spPr>
        <p:txBody>
          <a:bodyPr/>
          <a:lstStyle/>
          <a:p>
            <a:fld id="{DD664289-9D17-A940-A260-00AA4B664C4B}" type="slidenum">
              <a:rPr lang="en-US" smtClean="0"/>
            </a:fld>
            <a:endParaRPr 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640" y="790575"/>
            <a:ext cx="4349115" cy="526605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8655" y="1617980"/>
            <a:ext cx="5886450" cy="362204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SLIDE_ITEM_CNT" val="2"/>
</p:tagLst>
</file>

<file path=ppt/tags/tag2.xml><?xml version="1.0" encoding="utf-8"?>
<p:tagLst xmlns:p="http://schemas.openxmlformats.org/presentationml/2006/main">
  <p:tag name="KSO_WM_SLIDE_ITEM_CNT" val="2"/>
</p:tagLst>
</file>

<file path=ppt/tags/tag3.xml><?xml version="1.0" encoding="utf-8"?>
<p:tagLst xmlns:p="http://schemas.openxmlformats.org/presentationml/2006/main">
  <p:tag name="KSO_WM_SLIDE_ITEM_CNT" val="2"/>
</p:tagLst>
</file>

<file path=ppt/tags/tag4.xml><?xml version="1.0" encoding="utf-8"?>
<p:tagLst xmlns:p="http://schemas.openxmlformats.org/presentationml/2006/main">
  <p:tag name="KSO_WM_SLIDE_ITEM_CNT" val="2"/>
</p:tagLst>
</file>

<file path=ppt/tags/tag5.xml><?xml version="1.0" encoding="utf-8"?>
<p:tagLst xmlns:p="http://schemas.openxmlformats.org/presentationml/2006/main">
  <p:tag name="KSO_WM_SLIDE_ITEM_CNT" val="2"/>
</p:tagLst>
</file>

<file path=ppt/tags/tag6.xml><?xml version="1.0" encoding="utf-8"?>
<p:tagLst xmlns:p="http://schemas.openxmlformats.org/presentationml/2006/main">
  <p:tag name="KSO_WM_SLIDE_ITEM_CNT" val="2"/>
</p:tagLst>
</file>

<file path=ppt/tags/tag7.xml><?xml version="1.0" encoding="utf-8"?>
<p:tagLst xmlns:p="http://schemas.openxmlformats.org/presentationml/2006/main">
  <p:tag name="KSO_WM_SLIDE_ITEM_CNT" val="2"/>
</p:tagLst>
</file>

<file path=ppt/tags/tag8.xml><?xml version="1.0" encoding="utf-8"?>
<p:tagLst xmlns:p="http://schemas.openxmlformats.org/presentationml/2006/main">
  <p:tag name="KSO_WM_SLIDE_ITEM_CNT" val="2"/>
</p:tagLst>
</file>

<file path=ppt/tags/tag9.xml><?xml version="1.0" encoding="utf-8"?>
<p:tagLst xmlns:p="http://schemas.openxmlformats.org/presentationml/2006/main">
  <p:tag name="KSO_WM_SLIDE_ITEM_CNT" val="2"/>
</p:tagLst>
</file>

<file path=ppt/tags/tag10.xml><?xml version="1.0" encoding="utf-8"?>
<p:tagLst xmlns:p="http://schemas.openxmlformats.org/presentationml/2006/main">
  <p:tag name="KSO_WM_SLIDE_ITEM_CNT" val="2"/>
</p:tagLst>
</file>

<file path=ppt/tags/tag11.xml><?xml version="1.0" encoding="utf-8"?>
<p:tagLst xmlns:p="http://schemas.openxmlformats.org/presentationml/2006/main">
  <p:tag name="KSO_WM_SLIDE_ITEM_CNT" val="2"/>
</p:tagLst>
</file>

<file path=ppt/tags/tag12.xml><?xml version="1.0" encoding="utf-8"?>
<p:tagLst xmlns:p="http://schemas.openxmlformats.org/presentationml/2006/main">
  <p:tag name="KSO_WM_SLIDE_ITEM_CNT" val="2"/>
</p:tagLst>
</file>

<file path=ppt/tags/tag13.xml><?xml version="1.0" encoding="utf-8"?>
<p:tagLst xmlns:p="http://schemas.openxmlformats.org/presentationml/2006/main">
  <p:tag name="KSO_WM_SLIDE_ITEM_CNT" val="2"/>
</p:tagLst>
</file>

<file path=ppt/tags/tag14.xml><?xml version="1.0" encoding="utf-8"?>
<p:tagLst xmlns:p="http://schemas.openxmlformats.org/presentationml/2006/main">
  <p:tag name="KSO_WM_SLIDE_ITEM_CNT" val="2"/>
</p:tagLst>
</file>

<file path=ppt/tags/tag15.xml><?xml version="1.0" encoding="utf-8"?>
<p:tagLst xmlns:p="http://schemas.openxmlformats.org/presentationml/2006/main">
  <p:tag name="KSO_WM_SLIDE_ITEM_CNT" val="2"/>
</p:tagLst>
</file>

<file path=ppt/tags/tag16.xml><?xml version="1.0" encoding="utf-8"?>
<p:tagLst xmlns:p="http://schemas.openxmlformats.org/presentationml/2006/main">
  <p:tag name="KSO_WPP_MARK_KEY" val="3e7609b8-986e-4b4d-a94b-5c3c58752787"/>
  <p:tag name="COMMONDATA" val="eyJoZGlkIjoiMTRmMGQzYzdkNjdmN2VmNDk4MjUxMTE1OTYxNWY1ZjAifQ=="/>
</p:tagLst>
</file>

<file path=ppt/theme/theme1.xml><?xml version="1.0" encoding="utf-8"?>
<a:theme xmlns:a="http://schemas.openxmlformats.org/drawingml/2006/main" name="Pharmaron Clinical主题1​​">
  <a:themeElements>
    <a:clrScheme name="Pharmaron Clinica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82562"/>
      </a:accent1>
      <a:accent2>
        <a:srgbClr val="C8242B"/>
      </a:accent2>
      <a:accent3>
        <a:srgbClr val="A5A5A5"/>
      </a:accent3>
      <a:accent4>
        <a:srgbClr val="5B9BD5"/>
      </a:accent4>
      <a:accent5>
        <a:srgbClr val="49711D"/>
      </a:accent5>
      <a:accent6>
        <a:srgbClr val="FFC000"/>
      </a:accent6>
      <a:hlink>
        <a:srgbClr val="0563C1"/>
      </a:hlink>
      <a:folHlink>
        <a:srgbClr val="954F72"/>
      </a:folHlink>
    </a:clrScheme>
    <a:fontScheme name="Pharmaron Clinical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harmaron Clinical主题2">
  <a:themeElements>
    <a:clrScheme name="Pharmaron Clinica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82562"/>
      </a:accent1>
      <a:accent2>
        <a:srgbClr val="C8242B"/>
      </a:accent2>
      <a:accent3>
        <a:srgbClr val="A5A5A5"/>
      </a:accent3>
      <a:accent4>
        <a:srgbClr val="5B9BD5"/>
      </a:accent4>
      <a:accent5>
        <a:srgbClr val="92D050"/>
      </a:accent5>
      <a:accent6>
        <a:srgbClr val="FFC000"/>
      </a:accent6>
      <a:hlink>
        <a:srgbClr val="0563C1"/>
      </a:hlink>
      <a:folHlink>
        <a:srgbClr val="954F72"/>
      </a:folHlink>
    </a:clrScheme>
    <a:fontScheme name="Pharmaron Clinical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1804</Words>
  <Application>WPS 文字</Application>
  <PresentationFormat>宽屏</PresentationFormat>
  <Paragraphs>188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41" baseType="lpstr">
      <vt:lpstr>Arial</vt:lpstr>
      <vt:lpstr>宋体</vt:lpstr>
      <vt:lpstr>Wingdings</vt:lpstr>
      <vt:lpstr>Gulim</vt:lpstr>
      <vt:lpstr>Apple SD Gothic Neo</vt:lpstr>
      <vt:lpstr>Playfair Display Black</vt:lpstr>
      <vt:lpstr>苹方-简</vt:lpstr>
      <vt:lpstr>汉仪书宋二KW</vt:lpstr>
      <vt:lpstr>Times New Roman</vt:lpstr>
      <vt:lpstr>Calibri</vt:lpstr>
      <vt:lpstr>微软雅黑</vt:lpstr>
      <vt:lpstr>汉仪旗黑</vt:lpstr>
      <vt:lpstr>宋体</vt:lpstr>
      <vt:lpstr>Arial Unicode MS</vt:lpstr>
      <vt:lpstr>等线</vt:lpstr>
      <vt:lpstr>汉仪中等线KW</vt:lpstr>
      <vt:lpstr>Helvetica Neue</vt:lpstr>
      <vt:lpstr>Pharmaron Clinical主题1​​</vt:lpstr>
      <vt:lpstr>Pharmaron Clinical主题2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夜雨声烦</cp:lastModifiedBy>
  <cp:revision>580</cp:revision>
  <dcterms:created xsi:type="dcterms:W3CDTF">2025-12-24T09:25:49Z</dcterms:created>
  <dcterms:modified xsi:type="dcterms:W3CDTF">2025-12-24T09:25:49Z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2997E67D4935CB61A38E4B69DF574234_43</vt:lpwstr>
  </property>
  <property fmtid="{D5CDD505-2E9C-101B-9397-08002B2CF9AE}" pid="3" name="KSOProductBuildVer">
    <vt:lpwstr>2052-7.3.1.8967</vt:lpwstr>
  </property>
</Properties>
</file>